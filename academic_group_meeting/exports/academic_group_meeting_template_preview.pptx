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a26445fa72ea3d1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a26445fa72ea3d1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stc-wordmark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3429000" cy="575120"/>
          </a:xfrm>
          <a:prstGeom prst="rect">
            <a:avLst/>
          </a:prstGeom>
        </p:spPr>
      </p:pic>
      <p:sp>
        <p:nvSpPr>
          <p:cNvPr id="3" name="cover-band Layout"/>
          <p:cNvSpPr/>
          <p:nvPr/>
        </p:nvSpPr>
        <p:spPr>
          <a:xfrm>
            <a:off x="0" y="1524000"/>
            <a:ext cx="12192000" cy="2571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 idx="1"/>
          </p:nvPr>
        </p:nvSpPr>
        <p:spPr>
          <a:xfrm>
            <a:off x="609600" y="1714500"/>
            <a:ext cx="109728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600"/>
            </a:lvl1pPr>
          </a:lstStyle>
          <a:p>
            <a:pPr algn="ctr"/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2"/>
          </p:nvPr>
        </p:nvSpPr>
        <p:spPr>
          <a:xfrm>
            <a:off x="762000" y="35242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ctr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author Placeholder"/>
          <p:cNvSpPr>
            <a:spLocks noGrp="1"/>
          </p:cNvSpPr>
          <p:nvPr>
            <p:ph type="body" idx="3"/>
          </p:nvPr>
        </p:nvSpPr>
        <p:spPr>
          <a:xfrm>
            <a:off x="762000" y="4524375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en-US" sz="195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date Placeholder"/>
          <p:cNvSpPr>
            <a:spLocks noGrp="1"/>
          </p:cNvSpPr>
          <p:nvPr>
            <p:ph type="dt" idx="4"/>
          </p:nvPr>
        </p:nvSpPr>
        <p:spPr>
          <a:xfrm>
            <a:off x="762000" y="5048250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ctr"/>
            <a:fld id="{B95CA013-5BA0-4E13-A0D3-F96C9FEAD126}" type="datetimeFigureOut">
              <a:rPr lang="en-US" sz="18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1109023542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left Layout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num-1 Layout"/>
          <p:cNvSpPr txBox="1"/>
          <p:nvPr/>
        </p:nvSpPr>
        <p:spPr>
          <a:xfrm>
            <a:off x="3990213" y="841375"/>
            <a:ext cx="32307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ow-1 Layout"/>
          <p:cNvSpPr/>
          <p:nvPr/>
        </p:nvSpPr>
        <p:spPr>
          <a:xfrm>
            <a:off x="4000500" y="1924050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9525">
            <a:solidFill>
              <a:srgbClr val="CFD9E6"/>
            </a:solidFill>
          </a:ln>
        </p:spPr>
      </p:sp>
      <p:sp>
        <p:nvSpPr>
          <p:cNvPr id="5" name="num-2 Layout"/>
          <p:cNvSpPr txBox="1"/>
          <p:nvPr/>
        </p:nvSpPr>
        <p:spPr>
          <a:xfrm>
            <a:off x="3990213" y="2222500"/>
            <a:ext cx="32307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ow-2 Layout"/>
          <p:cNvSpPr/>
          <p:nvPr/>
        </p:nvSpPr>
        <p:spPr>
          <a:xfrm>
            <a:off x="4000500" y="3305175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9525">
            <a:solidFill>
              <a:srgbClr val="CFD9E6"/>
            </a:solidFill>
          </a:ln>
        </p:spPr>
      </p:sp>
      <p:sp>
        <p:nvSpPr>
          <p:cNvPr id="7" name="num-3 Layout"/>
          <p:cNvSpPr txBox="1"/>
          <p:nvPr/>
        </p:nvSpPr>
        <p:spPr>
          <a:xfrm>
            <a:off x="3990213" y="3603625"/>
            <a:ext cx="32307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ow-3 Layout"/>
          <p:cNvSpPr/>
          <p:nvPr/>
        </p:nvSpPr>
        <p:spPr>
          <a:xfrm>
            <a:off x="4000500" y="4686300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9525">
            <a:solidFill>
              <a:srgbClr val="CFD9E6"/>
            </a:solidFill>
          </a:ln>
        </p:spPr>
      </p:sp>
      <p:sp>
        <p:nvSpPr>
          <p:cNvPr id="9" name="num-4 Layout"/>
          <p:cNvSpPr txBox="1"/>
          <p:nvPr/>
        </p:nvSpPr>
        <p:spPr>
          <a:xfrm>
            <a:off x="3990213" y="4984750"/>
            <a:ext cx="32307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row-4 Layout"/>
          <p:cNvSpPr/>
          <p:nvPr/>
        </p:nvSpPr>
        <p:spPr>
          <a:xfrm>
            <a:off x="4000500" y="6067425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9525">
            <a:solidFill>
              <a:srgbClr val="CFD9E6"/>
            </a:solidFill>
          </a:ln>
        </p:spPr>
      </p:sp>
      <p:sp>
        <p:nvSpPr>
          <p:cNvPr id="11" name="emblem-backing Layout"/>
          <p:cNvSpPr/>
          <p:nvPr/>
        </p:nvSpPr>
        <p:spPr>
          <a:xfrm>
            <a:off x="285750" y="28575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2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609600" cy="609600"/>
          </a:xfrm>
          <a:prstGeom prst="rect">
            <a:avLst/>
          </a:prstGeom>
        </p:spPr>
      </p:pic>
      <p:sp>
        <p:nvSpPr>
          <p:cNvPr id="13" name="title Placeholder"/>
          <p:cNvSpPr>
            <a:spLocks noGrp="1"/>
          </p:cNvSpPr>
          <p:nvPr>
            <p:ph type="title" idx="1"/>
          </p:nvPr>
        </p:nvSpPr>
        <p:spPr>
          <a:xfrm>
            <a:off x="457200" y="30480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4" name="subtitle Placeholder"/>
          <p:cNvSpPr>
            <a:spLocks noGrp="1"/>
          </p:cNvSpPr>
          <p:nvPr>
            <p:ph type="subTitle" idx="2"/>
          </p:nvPr>
        </p:nvSpPr>
        <p:spPr>
          <a:xfrm>
            <a:off x="457200" y="4000500"/>
            <a:ext cx="2514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5" name="toc-item-1-title Placeholder"/>
          <p:cNvSpPr>
            <a:spLocks noGrp="1"/>
          </p:cNvSpPr>
          <p:nvPr>
            <p:ph type="body" idx="3"/>
          </p:nvPr>
        </p:nvSpPr>
        <p:spPr>
          <a:xfrm>
            <a:off x="4762500" y="80962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b="1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toc-item-1-desc Placeholder"/>
          <p:cNvSpPr>
            <a:spLocks noGrp="1"/>
          </p:cNvSpPr>
          <p:nvPr>
            <p:ph type="body" idx="4"/>
          </p:nvPr>
        </p:nvSpPr>
        <p:spPr>
          <a:xfrm>
            <a:off x="4762500" y="134302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toc-item-2-title Placeholder"/>
          <p:cNvSpPr>
            <a:spLocks noGrp="1"/>
          </p:cNvSpPr>
          <p:nvPr>
            <p:ph type="body" idx="5"/>
          </p:nvPr>
        </p:nvSpPr>
        <p:spPr>
          <a:xfrm>
            <a:off x="4762500" y="219075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b="1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toc-item-2-desc Placeholder"/>
          <p:cNvSpPr>
            <a:spLocks noGrp="1"/>
          </p:cNvSpPr>
          <p:nvPr>
            <p:ph type="body" idx="6"/>
          </p:nvPr>
        </p:nvSpPr>
        <p:spPr>
          <a:xfrm>
            <a:off x="4762500" y="272415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toc-item-3-title Placeholder"/>
          <p:cNvSpPr>
            <a:spLocks noGrp="1"/>
          </p:cNvSpPr>
          <p:nvPr>
            <p:ph type="body" idx="7"/>
          </p:nvPr>
        </p:nvSpPr>
        <p:spPr>
          <a:xfrm>
            <a:off x="4762500" y="357187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b="1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toc-item-3-desc Placeholder"/>
          <p:cNvSpPr>
            <a:spLocks noGrp="1"/>
          </p:cNvSpPr>
          <p:nvPr>
            <p:ph type="body" idx="8"/>
          </p:nvPr>
        </p:nvSpPr>
        <p:spPr>
          <a:xfrm>
            <a:off x="4762500" y="410527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toc-item-4-title Placeholder"/>
          <p:cNvSpPr>
            <a:spLocks noGrp="1"/>
          </p:cNvSpPr>
          <p:nvPr>
            <p:ph type="body" idx="9"/>
          </p:nvPr>
        </p:nvSpPr>
        <p:spPr>
          <a:xfrm>
            <a:off x="4762500" y="49530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b="1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toc-item-4-desc Placeholder"/>
          <p:cNvSpPr>
            <a:spLocks noGrp="1"/>
          </p:cNvSpPr>
          <p:nvPr>
            <p:ph type="body" idx="10"/>
          </p:nvPr>
        </p:nvSpPr>
        <p:spPr>
          <a:xfrm>
            <a:off x="4762500" y="548640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268788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章节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band Layout"/>
          <p:cNvSpPr/>
          <p:nvPr/>
        </p:nvSpPr>
        <p:spPr>
          <a:xfrm>
            <a:off x="0" y="5191125"/>
            <a:ext cx="12192000" cy="12382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emblem-backing Layout"/>
          <p:cNvSpPr/>
          <p:nvPr/>
        </p:nvSpPr>
        <p:spPr>
          <a:xfrm>
            <a:off x="11258550" y="548640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4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5505450"/>
            <a:ext cx="609600" cy="609600"/>
          </a:xfrm>
          <a:prstGeom prst="rect">
            <a:avLst/>
          </a:prstGeom>
        </p:spPr>
      </p:pic>
      <p:sp>
        <p:nvSpPr>
          <p:cNvPr id="5" name="chapter-title Placeholder"/>
          <p:cNvSpPr>
            <a:spLocks noGrp="1"/>
          </p:cNvSpPr>
          <p:nvPr>
            <p:ph type="title" idx="1"/>
          </p:nvPr>
        </p:nvSpPr>
        <p:spPr>
          <a:xfrm>
            <a:off x="609600" y="5429250"/>
            <a:ext cx="10096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50"/>
            </a:lvl1pPr>
          </a:lstStyle>
          <a:p>
            <a:pPr algn="l"/>
            <a:r>
              <a:rPr lang="en-US"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chapter-context Placeholder"/>
          <p:cNvSpPr>
            <a:spLocks noGrp="1"/>
          </p:cNvSpPr>
          <p:nvPr>
            <p:ph type="body" idx="2"/>
          </p:nvPr>
        </p:nvSpPr>
        <p:spPr>
          <a:xfrm>
            <a:off x="609600" y="762000"/>
            <a:ext cx="52197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chapter-figure Placeholder"/>
          <p:cNvSpPr>
            <a:spLocks noGrp="1"/>
          </p:cNvSpPr>
          <p:nvPr>
            <p:ph type="obj" idx="3"/>
          </p:nvPr>
        </p:nvSpPr>
        <p:spPr>
          <a:xfrm>
            <a:off x="6381750" y="857250"/>
            <a:ext cx="520065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</p:spTree>
    <p:extLst>
      <p:ext uri="{BB962C8B-B14F-4D97-AF65-F5344CB8AC3E}">
        <p14:creationId val="3984214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左文右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 Layout"/>
          <p:cNvSpPr/>
          <p:nvPr/>
        </p:nvSpPr>
        <p:spPr>
          <a:xfrm>
            <a:off x="0" y="285750"/>
            <a:ext cx="12192000" cy="647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footer-band Layout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active-tab Layout"/>
          <p:cNvSpPr/>
          <p:nvPr/>
        </p:nvSpPr>
        <p:spPr>
          <a:xfrm>
            <a:off x="2000250" y="0"/>
            <a:ext cx="2000250" cy="285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5" name="figure-field Layout"/>
          <p:cNvSpPr/>
          <p:nvPr/>
        </p:nvSpPr>
        <p:spPr>
          <a:xfrm>
            <a:off x="4762500" y="1828800"/>
            <a:ext cx="6819900" cy="3695700"/>
          </a:xfrm>
          <a:prstGeom prst="rect">
            <a:avLst/>
          </a:prstGeom>
          <a:solidFill>
            <a:srgbClr val="EEF3FA"/>
          </a:solidFill>
          <a:ln>
            <a:noFill/>
          </a:ln>
        </p:spPr>
      </p:sp>
      <p:sp>
        <p:nvSpPr>
          <p:cNvPr id="6" name="emblem-backing Layout"/>
          <p:cNvSpPr/>
          <p:nvPr/>
        </p:nvSpPr>
        <p:spPr>
          <a:xfrm>
            <a:off x="11353800" y="333375"/>
            <a:ext cx="552450" cy="552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7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352425"/>
            <a:ext cx="514350" cy="514350"/>
          </a:xfrm>
          <a:prstGeom prst="rect">
            <a:avLst/>
          </a:prstGeom>
        </p:spPr>
      </p:pic>
      <p:sp>
        <p:nvSpPr>
          <p:cNvPr id="8" name="page-title Placeholder"/>
          <p:cNvSpPr>
            <a:spLocks noGrp="1"/>
          </p:cNvSpPr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10" name="page-num Placeholder"/>
          <p:cNvSpPr>
            <a:spLocks noGrp="1"/>
          </p:cNvSpPr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E1E43CD1-C595-4011-8302-7BCC2EC74F95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  <p:sp>
        <p:nvSpPr>
          <p:cNvPr id="11" name="content-area Placeholder"/>
          <p:cNvSpPr>
            <a:spLocks noGrp="1"/>
          </p:cNvSpPr>
          <p:nvPr>
            <p:ph type="body" idx="5"/>
          </p:nvPr>
        </p:nvSpPr>
        <p:spPr>
          <a:xfrm>
            <a:off x="609600" y="1924050"/>
            <a:ext cx="3714750" cy="390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figure-area Placeholder"/>
          <p:cNvSpPr>
            <a:spLocks noGrp="1"/>
          </p:cNvSpPr>
          <p:nvPr>
            <p:ph type="obj" idx="6"/>
          </p:nvPr>
        </p:nvSpPr>
        <p:spPr>
          <a:xfrm>
            <a:off x="4991100" y="2114550"/>
            <a:ext cx="6362700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13" name="figure-caption Placeholder"/>
          <p:cNvSpPr>
            <a:spLocks noGrp="1"/>
          </p:cNvSpPr>
          <p:nvPr>
            <p:ph type="body" idx="7"/>
          </p:nvPr>
        </p:nvSpPr>
        <p:spPr>
          <a:xfrm>
            <a:off x="4762500" y="5705475"/>
            <a:ext cx="68199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nav-1 Placeholder"/>
          <p:cNvSpPr>
            <a:spLocks noGrp="1"/>
          </p:cNvSpPr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nav-2 Placeholder"/>
          <p:cNvSpPr>
            <a:spLocks noGrp="1"/>
          </p:cNvSpPr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nav-3 Placeholder"/>
          <p:cNvSpPr>
            <a:spLocks noGrp="1"/>
          </p:cNvSpPr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nav-4 Placeholder"/>
          <p:cNvSpPr>
            <a:spLocks noGrp="1"/>
          </p:cNvSpPr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879671354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上图下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 Layout"/>
          <p:cNvSpPr/>
          <p:nvPr/>
        </p:nvSpPr>
        <p:spPr>
          <a:xfrm>
            <a:off x="0" y="285750"/>
            <a:ext cx="12192000" cy="647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footer-band Layout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active-tab Layout"/>
          <p:cNvSpPr/>
          <p:nvPr/>
        </p:nvSpPr>
        <p:spPr>
          <a:xfrm>
            <a:off x="2000250" y="0"/>
            <a:ext cx="2000250" cy="285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5" name="wide-figure Layout"/>
          <p:cNvSpPr/>
          <p:nvPr/>
        </p:nvSpPr>
        <p:spPr>
          <a:xfrm>
            <a:off x="609600" y="1809750"/>
            <a:ext cx="10972800" cy="3581400"/>
          </a:xfrm>
          <a:prstGeom prst="rect">
            <a:avLst/>
          </a:prstGeom>
          <a:solidFill>
            <a:srgbClr val="EEF3FA"/>
          </a:solidFill>
          <a:ln>
            <a:noFill/>
          </a:ln>
        </p:spPr>
      </p:sp>
      <p:sp>
        <p:nvSpPr>
          <p:cNvPr id="6" name="emblem-backing Layout"/>
          <p:cNvSpPr/>
          <p:nvPr/>
        </p:nvSpPr>
        <p:spPr>
          <a:xfrm>
            <a:off x="11353800" y="333375"/>
            <a:ext cx="552450" cy="552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7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352425"/>
            <a:ext cx="514350" cy="514350"/>
          </a:xfrm>
          <a:prstGeom prst="rect">
            <a:avLst/>
          </a:prstGeom>
        </p:spPr>
      </p:pic>
      <p:sp>
        <p:nvSpPr>
          <p:cNvPr id="8" name="page-title Placeholder"/>
          <p:cNvSpPr>
            <a:spLocks noGrp="1"/>
          </p:cNvSpPr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10" name="page-num Placeholder"/>
          <p:cNvSpPr>
            <a:spLocks noGrp="1"/>
          </p:cNvSpPr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10BADE5C-26AD-4295-A342-CF785BFEFA37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  <p:sp>
        <p:nvSpPr>
          <p:cNvPr id="11" name="figure-area Placeholder"/>
          <p:cNvSpPr>
            <a:spLocks noGrp="1"/>
          </p:cNvSpPr>
          <p:nvPr>
            <p:ph type="obj" idx="5"/>
          </p:nvPr>
        </p:nvSpPr>
        <p:spPr>
          <a:xfrm>
            <a:off x="857250" y="2114550"/>
            <a:ext cx="104775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800"/>
            </a:lvl1pPr>
          </a:lstStyle>
          <a:p>
            <a:pPr algn="l"/>
            <a:r>
              <a:rPr lang="en-US" sz="18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12" name="figure-caption Placeholder"/>
          <p:cNvSpPr>
            <a:spLocks noGrp="1"/>
          </p:cNvSpPr>
          <p:nvPr>
            <p:ph type="body" idx="6"/>
          </p:nvPr>
        </p:nvSpPr>
        <p:spPr>
          <a:xfrm>
            <a:off x="609600" y="5543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nav-1 Placeholder"/>
          <p:cNvSpPr>
            <a:spLocks noGrp="1"/>
          </p:cNvSpPr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nav-2 Placeholder"/>
          <p:cNvSpPr>
            <a:spLocks noGrp="1"/>
          </p:cNvSpPr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nav-3 Placeholder"/>
          <p:cNvSpPr>
            <a:spLocks noGrp="1"/>
          </p:cNvSpPr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nav-4 Placeholder"/>
          <p:cNvSpPr>
            <a:spLocks noGrp="1"/>
          </p:cNvSpPr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905535852"/>
      </p:ext>
    </p:extLst>
  </p:cSld>
  <p:clrMapOvr>
    <a:masterClrMapping/>
  </p:clrMapOvr>
  <p:hf hdr="0" dt="0" ftr="1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双栏对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 Layout"/>
          <p:cNvSpPr/>
          <p:nvPr/>
        </p:nvSpPr>
        <p:spPr>
          <a:xfrm>
            <a:off x="0" y="285750"/>
            <a:ext cx="12192000" cy="647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footer-band Layout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active-tab Layout"/>
          <p:cNvSpPr/>
          <p:nvPr/>
        </p:nvSpPr>
        <p:spPr>
          <a:xfrm>
            <a:off x="2000250" y="0"/>
            <a:ext cx="2000250" cy="285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5" name="column-1 Layout"/>
          <p:cNvSpPr/>
          <p:nvPr/>
        </p:nvSpPr>
        <p:spPr>
          <a:xfrm>
            <a:off x="609600" y="25336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004098"/>
            </a:solidFill>
          </a:ln>
        </p:spPr>
      </p:sp>
      <p:sp>
        <p:nvSpPr>
          <p:cNvPr id="6" name="column-2 Layout"/>
          <p:cNvSpPr/>
          <p:nvPr/>
        </p:nvSpPr>
        <p:spPr>
          <a:xfrm>
            <a:off x="6362700" y="25336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004098"/>
            </a:solidFill>
          </a:ln>
        </p:spPr>
      </p:sp>
      <p:sp>
        <p:nvSpPr>
          <p:cNvPr id="7" name="emblem-backing Layout"/>
          <p:cNvSpPr/>
          <p:nvPr/>
        </p:nvSpPr>
        <p:spPr>
          <a:xfrm>
            <a:off x="11353800" y="333375"/>
            <a:ext cx="552450" cy="552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8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352425"/>
            <a:ext cx="514350" cy="514350"/>
          </a:xfrm>
          <a:prstGeom prst="rect">
            <a:avLst/>
          </a:prstGeom>
        </p:spPr>
      </p:pic>
      <p:sp>
        <p:nvSpPr>
          <p:cNvPr id="9" name="page-title Placeholder"/>
          <p:cNvSpPr>
            <a:spLocks noGrp="1"/>
          </p:cNvSpPr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11" name="page-num Placeholder"/>
          <p:cNvSpPr>
            <a:spLocks noGrp="1"/>
          </p:cNvSpPr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D2324AB9-9A25-4C43-8CE9-D43EC965CE09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  <p:sp>
        <p:nvSpPr>
          <p:cNvPr id="12" name="column-1-title Placeholder"/>
          <p:cNvSpPr>
            <a:spLocks noGrp="1"/>
          </p:cNvSpPr>
          <p:nvPr>
            <p:ph type="body" idx="5"/>
          </p:nvPr>
        </p:nvSpPr>
        <p:spPr>
          <a:xfrm>
            <a:off x="609600" y="19050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b="1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column-1-body Placeholder"/>
          <p:cNvSpPr>
            <a:spLocks noGrp="1"/>
          </p:cNvSpPr>
          <p:nvPr>
            <p:ph type="body" idx="6"/>
          </p:nvPr>
        </p:nvSpPr>
        <p:spPr>
          <a:xfrm>
            <a:off x="609600" y="2800350"/>
            <a:ext cx="5219700" cy="2533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column-2-title Placeholder"/>
          <p:cNvSpPr>
            <a:spLocks noGrp="1"/>
          </p:cNvSpPr>
          <p:nvPr>
            <p:ph type="body" idx="7"/>
          </p:nvPr>
        </p:nvSpPr>
        <p:spPr>
          <a:xfrm>
            <a:off x="6362700" y="19050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b="1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column-2-body Placeholder"/>
          <p:cNvSpPr>
            <a:spLocks noGrp="1"/>
          </p:cNvSpPr>
          <p:nvPr>
            <p:ph type="body" idx="8"/>
          </p:nvPr>
        </p:nvSpPr>
        <p:spPr>
          <a:xfrm>
            <a:off x="6362700" y="2800350"/>
            <a:ext cx="5219700" cy="2533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nav-1 Placeholder"/>
          <p:cNvSpPr>
            <a:spLocks noGrp="1"/>
          </p:cNvSpPr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nav-2 Placeholder"/>
          <p:cNvSpPr>
            <a:spLocks noGrp="1"/>
          </p:cNvSpPr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nav-3 Placeholder"/>
          <p:cNvSpPr>
            <a:spLocks noGrp="1"/>
          </p:cNvSpPr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nav-4 Placeholder"/>
          <p:cNvSpPr>
            <a:spLocks noGrp="1"/>
          </p:cNvSpPr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30660735"/>
      </p:ext>
    </p:extLst>
  </p:cSld>
  <p:clrMapOvr>
    <a:masterClrMapping/>
  </p:clrMapOvr>
  <p:hf hdr="0" dt="0" ftr="1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自由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 Layout"/>
          <p:cNvSpPr/>
          <p:nvPr/>
        </p:nvSpPr>
        <p:spPr>
          <a:xfrm>
            <a:off x="0" y="285750"/>
            <a:ext cx="12192000" cy="647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footer-band Layout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active-tab Layout"/>
          <p:cNvSpPr/>
          <p:nvPr/>
        </p:nvSpPr>
        <p:spPr>
          <a:xfrm>
            <a:off x="2000250" y="0"/>
            <a:ext cx="2000250" cy="285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5" name="emblem-backing Layout"/>
          <p:cNvSpPr/>
          <p:nvPr/>
        </p:nvSpPr>
        <p:spPr>
          <a:xfrm>
            <a:off x="11353800" y="333375"/>
            <a:ext cx="552450" cy="552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6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352425"/>
            <a:ext cx="514350" cy="514350"/>
          </a:xfrm>
          <a:prstGeom prst="rect">
            <a:avLst/>
          </a:prstGeom>
        </p:spPr>
      </p:pic>
      <p:sp>
        <p:nvSpPr>
          <p:cNvPr id="7" name="page-title Placeholder"/>
          <p:cNvSpPr>
            <a:spLocks noGrp="1"/>
          </p:cNvSpPr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source Placeholder"/>
          <p:cNvSpPr>
            <a:spLocks noGrp="1"/>
          </p:cNvSpPr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9" name="page-num Placeholder"/>
          <p:cNvSpPr>
            <a:spLocks noGrp="1"/>
          </p:cNvSpPr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88B15333-78A6-4A52-A7D7-4A1275237862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  <p:sp>
        <p:nvSpPr>
          <p:cNvPr id="10" name="content-area Placeholder"/>
          <p:cNvSpPr>
            <a:spLocks noGrp="1"/>
          </p:cNvSpPr>
          <p:nvPr>
            <p:ph type="body" idx="120"/>
          </p:nvPr>
        </p:nvSpPr>
        <p:spPr>
          <a:xfrm>
            <a:off x="609600" y="1619250"/>
            <a:ext cx="10972800" cy="447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nav-1 Placeholder"/>
          <p:cNvSpPr>
            <a:spLocks noGrp="1"/>
          </p:cNvSpPr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nav-2 Placeholder"/>
          <p:cNvSpPr>
            <a:spLocks noGrp="1"/>
          </p:cNvSpPr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nav-3 Placeholder"/>
          <p:cNvSpPr>
            <a:spLocks noGrp="1"/>
          </p:cNvSpPr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nav-4 Placeholder"/>
          <p:cNvSpPr>
            <a:spLocks noGrp="1"/>
          </p:cNvSpPr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731040920"/>
      </p:ext>
    </p:extLst>
  </p:cSld>
  <p:clrMapOvr>
    <a:masterClrMapping/>
  </p:clrMapOvr>
  <p:hf hdr="0" dt="0" ftr="1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mmary-rail Layout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emblem-backing Layout"/>
          <p:cNvSpPr/>
          <p:nvPr/>
        </p:nvSpPr>
        <p:spPr>
          <a:xfrm>
            <a:off x="285750" y="28575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4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609600" cy="609600"/>
          </a:xfrm>
          <a:prstGeom prst="rect">
            <a:avLst/>
          </a:prstGeom>
        </p:spPr>
      </p:pic>
      <p:sp>
        <p:nvSpPr>
          <p:cNvPr id="5" name="page-title Placeholder"/>
          <p:cNvSpPr>
            <a:spLocks noGrp="1"/>
          </p:cNvSpPr>
          <p:nvPr>
            <p:ph type="title" idx="1"/>
          </p:nvPr>
        </p:nvSpPr>
        <p:spPr>
          <a:xfrm>
            <a:off x="457200" y="30480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content-area Placeholder"/>
          <p:cNvSpPr>
            <a:spLocks noGrp="1"/>
          </p:cNvSpPr>
          <p:nvPr>
            <p:ph type="body" idx="2"/>
          </p:nvPr>
        </p:nvSpPr>
        <p:spPr>
          <a:xfrm>
            <a:off x="3905250" y="1047750"/>
            <a:ext cx="771525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560722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erences-rail Layout"/>
          <p:cNvSpPr/>
          <p:nvPr/>
        </p:nvSpPr>
        <p:spPr>
          <a:xfrm>
            <a:off x="8953500" y="0"/>
            <a:ext cx="323850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emblem-backing Layout"/>
          <p:cNvSpPr/>
          <p:nvPr/>
        </p:nvSpPr>
        <p:spPr>
          <a:xfrm>
            <a:off x="11258550" y="28575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4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304800"/>
            <a:ext cx="609600" cy="609600"/>
          </a:xfrm>
          <a:prstGeom prst="rect">
            <a:avLst/>
          </a:prstGeom>
        </p:spPr>
      </p:pic>
      <p:sp>
        <p:nvSpPr>
          <p:cNvPr id="5" name="page-title Placeholder"/>
          <p:cNvSpPr>
            <a:spLocks noGrp="1"/>
          </p:cNvSpPr>
          <p:nvPr>
            <p:ph type="title" idx="1"/>
          </p:nvPr>
        </p:nvSpPr>
        <p:spPr>
          <a:xfrm>
            <a:off x="9220200" y="838200"/>
            <a:ext cx="762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000"/>
            </a:lvl1pPr>
          </a:lstStyle>
          <a:p>
            <a:pPr algn="l"/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references Placeholder"/>
          <p:cNvSpPr>
            <a:spLocks noGrp="1"/>
          </p:cNvSpPr>
          <p:nvPr>
            <p:ph type="body" idx="2"/>
          </p:nvPr>
        </p:nvSpPr>
        <p:spPr>
          <a:xfrm>
            <a:off x="762000" y="895350"/>
            <a:ext cx="7620000" cy="514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en-US" sz="18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9839308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致谢与讨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band Layout"/>
          <p:cNvSpPr/>
          <p:nvPr/>
        </p:nvSpPr>
        <p:spPr>
          <a:xfrm>
            <a:off x="0" y="1524000"/>
            <a:ext cx="12192000" cy="2571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pic>
        <p:nvPicPr>
          <p:cNvPr id="3" name="ustc-wordmark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3429000" cy="575120"/>
          </a:xfrm>
          <a:prstGeom prst="rect">
            <a:avLst/>
          </a:prstGeom>
        </p:spPr>
      </p:pic>
      <p:sp>
        <p:nvSpPr>
          <p:cNvPr id="4" name="thank-you Placeholder"/>
          <p:cNvSpPr>
            <a:spLocks noGrp="1"/>
          </p:cNvSpPr>
          <p:nvPr>
            <p:ph type="title" idx="1"/>
          </p:nvPr>
        </p:nvSpPr>
        <p:spPr>
          <a:xfrm>
            <a:off x="609600" y="2190750"/>
            <a:ext cx="109728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/>
            </a:lvl1pPr>
          </a:lstStyle>
          <a:p>
            <a:pPr algn="ctr"/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ending-subtitle Placeholder"/>
          <p:cNvSpPr>
            <a:spLocks noGrp="1"/>
          </p:cNvSpPr>
          <p:nvPr>
            <p:ph type="subTitle" idx="2"/>
          </p:nvPr>
        </p:nvSpPr>
        <p:spPr>
          <a:xfrm>
            <a:off x="762000" y="33337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ctr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contact-info Placeholder"/>
          <p:cNvSpPr>
            <a:spLocks noGrp="1"/>
          </p:cNvSpPr>
          <p:nvPr>
            <p:ph type="body" idx="3"/>
          </p:nvPr>
        </p:nvSpPr>
        <p:spPr>
          <a:xfrm>
            <a:off x="762000" y="46672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en-US" sz="195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7038010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简约学术 · 深蓝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  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4.xml" />
  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5.xml" />
  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6.xml" />
  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7.xml" />
  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8.xml" />
  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9.xml" />
  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0.xml" />
  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1.xml" />
  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Carrier"/>
          <p:cNvSpPr txBox="1"/>
          <p:nvPr>
            <p:ph type="title" idx="1"/>
          </p:nvPr>
        </p:nvSpPr>
        <p:spPr>
          <a:xfrm>
            <a:off x="609600" y="1714500"/>
            <a:ext cx="109728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6" name="subtitle Placeholder Carrier"/>
          <p:cNvSpPr txBox="1"/>
          <p:nvPr>
            <p:ph type="subTitle" idx="2"/>
          </p:nvPr>
        </p:nvSpPr>
        <p:spPr>
          <a:xfrm>
            <a:off x="762000" y="35242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7" name="author Placeholder Carrier"/>
          <p:cNvSpPr txBox="1"/>
          <p:nvPr>
            <p:ph type="body" idx="3"/>
          </p:nvPr>
        </p:nvSpPr>
        <p:spPr>
          <a:xfrm>
            <a:off x="762000" y="4524375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95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date Placeholder Carrier"/>
          <p:cNvSpPr txBox="1"/>
          <p:nvPr>
            <p:ph type="dt" idx="4"/>
          </p:nvPr>
        </p:nvSpPr>
        <p:spPr>
          <a:xfrm>
            <a:off x="762000" y="5048250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18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Carrier"/>
          <p:cNvSpPr txBox="1"/>
          <p:nvPr>
            <p:ph type="title" idx="1"/>
          </p:nvPr>
        </p:nvSpPr>
        <p:spPr>
          <a:xfrm>
            <a:off x="457200" y="30480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15" name="subtitle Placeholder Carrier"/>
          <p:cNvSpPr txBox="1"/>
          <p:nvPr>
            <p:ph type="subTitle" idx="2"/>
          </p:nvPr>
        </p:nvSpPr>
        <p:spPr>
          <a:xfrm>
            <a:off x="457200" y="4000500"/>
            <a:ext cx="2514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16" name="toc-item-1-title Placeholder Carrier"/>
          <p:cNvSpPr txBox="1"/>
          <p:nvPr>
            <p:ph type="body" idx="3"/>
          </p:nvPr>
        </p:nvSpPr>
        <p:spPr>
          <a:xfrm>
            <a:off x="4762500" y="80962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100" b="1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Toc Item 1 Title</a:t>
            </a:r>
          </a:p>
        </p:txBody>
      </p:sp>
      <p:sp>
        <p:nvSpPr>
          <p:cNvPr id="17" name="toc-item-1-desc Placeholder Carrier"/>
          <p:cNvSpPr txBox="1"/>
          <p:nvPr>
            <p:ph type="body" idx="4"/>
          </p:nvPr>
        </p:nvSpPr>
        <p:spPr>
          <a:xfrm>
            <a:off x="4762500" y="134302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Toc Item 1 Desc</a:t>
            </a:r>
          </a:p>
        </p:txBody>
      </p:sp>
      <p:sp>
        <p:nvSpPr>
          <p:cNvPr id="18" name="toc-item-2-title Placeholder Carrier"/>
          <p:cNvSpPr txBox="1"/>
          <p:nvPr>
            <p:ph type="body" idx="5"/>
          </p:nvPr>
        </p:nvSpPr>
        <p:spPr>
          <a:xfrm>
            <a:off x="4762500" y="219075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100" b="1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Toc Item 2 Title</a:t>
            </a:r>
          </a:p>
        </p:txBody>
      </p:sp>
      <p:sp>
        <p:nvSpPr>
          <p:cNvPr id="19" name="toc-item-2-desc Placeholder Carrier"/>
          <p:cNvSpPr txBox="1"/>
          <p:nvPr>
            <p:ph type="body" idx="6"/>
          </p:nvPr>
        </p:nvSpPr>
        <p:spPr>
          <a:xfrm>
            <a:off x="4762500" y="272415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Toc Item 2 Desc</a:t>
            </a:r>
          </a:p>
        </p:txBody>
      </p:sp>
      <p:sp>
        <p:nvSpPr>
          <p:cNvPr id="20" name="toc-item-3-title Placeholder Carrier"/>
          <p:cNvSpPr txBox="1"/>
          <p:nvPr>
            <p:ph type="body" idx="7"/>
          </p:nvPr>
        </p:nvSpPr>
        <p:spPr>
          <a:xfrm>
            <a:off x="4762500" y="357187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100" b="1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Toc Item 3 Title</a:t>
            </a:r>
          </a:p>
        </p:txBody>
      </p:sp>
      <p:sp>
        <p:nvSpPr>
          <p:cNvPr id="21" name="toc-item-3-desc Placeholder Carrier"/>
          <p:cNvSpPr txBox="1"/>
          <p:nvPr>
            <p:ph type="body" idx="8"/>
          </p:nvPr>
        </p:nvSpPr>
        <p:spPr>
          <a:xfrm>
            <a:off x="4762500" y="410527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Toc Item 3 Desc</a:t>
            </a:r>
          </a:p>
        </p:txBody>
      </p:sp>
      <p:sp>
        <p:nvSpPr>
          <p:cNvPr id="22" name="toc-item-4-title Placeholder Carrier"/>
          <p:cNvSpPr txBox="1"/>
          <p:nvPr>
            <p:ph type="body" idx="9"/>
          </p:nvPr>
        </p:nvSpPr>
        <p:spPr>
          <a:xfrm>
            <a:off x="4762500" y="49530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100" b="1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Toc Item 4 Title</a:t>
            </a:r>
          </a:p>
        </p:txBody>
      </p:sp>
      <p:sp>
        <p:nvSpPr>
          <p:cNvPr id="23" name="toc-item-4-desc Placeholder Carrier"/>
          <p:cNvSpPr txBox="1"/>
          <p:nvPr>
            <p:ph type="body" idx="10"/>
          </p:nvPr>
        </p:nvSpPr>
        <p:spPr>
          <a:xfrm>
            <a:off x="4762500" y="548640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Toc Item 4 Desc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-title Placeholder Carrier"/>
          <p:cNvSpPr txBox="1"/>
          <p:nvPr>
            <p:ph type="title" idx="1"/>
          </p:nvPr>
        </p:nvSpPr>
        <p:spPr>
          <a:xfrm>
            <a:off x="609600" y="5429250"/>
            <a:ext cx="10096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chapter-context Placeholder Carrier"/>
          <p:cNvSpPr txBox="1"/>
          <p:nvPr>
            <p:ph type="body" idx="2"/>
          </p:nvPr>
        </p:nvSpPr>
        <p:spPr>
          <a:xfrm>
            <a:off x="609600" y="762000"/>
            <a:ext cx="52197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Chapter Context</a:t>
            </a:r>
          </a:p>
        </p:txBody>
      </p:sp>
      <p:sp>
        <p:nvSpPr>
          <p:cNvPr id="8" name="chapter-figure Placeholder Carrier"/>
          <p:cNvSpPr txBox="1"/>
          <p:nvPr>
            <p:ph idx="3"/>
          </p:nvPr>
        </p:nvSpPr>
        <p:spPr>
          <a:xfrm>
            <a:off x="6381750" y="857250"/>
            <a:ext cx="520065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8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Chapter Figure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 Placeholder Carrier"/>
          <p:cNvSpPr txBox="1"/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0" name="source Placeholder Carrier"/>
          <p:cNvSpPr txBox="1"/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page-num Placeholder Carrier"/>
          <p:cNvSpPr txBox="1"/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content-area Placeholder Carrier"/>
          <p:cNvSpPr txBox="1"/>
          <p:nvPr>
            <p:ph type="body" idx="5"/>
          </p:nvPr>
        </p:nvSpPr>
        <p:spPr>
          <a:xfrm>
            <a:off x="609600" y="1924050"/>
            <a:ext cx="3714750" cy="390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3" name="figure-area Placeholder Carrier"/>
          <p:cNvSpPr txBox="1"/>
          <p:nvPr>
            <p:ph idx="6"/>
          </p:nvPr>
        </p:nvSpPr>
        <p:spPr>
          <a:xfrm>
            <a:off x="4991100" y="2114550"/>
            <a:ext cx="6362700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8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Figure Area</a:t>
            </a:r>
          </a:p>
        </p:txBody>
      </p:sp>
      <p:sp>
        <p:nvSpPr>
          <p:cNvPr id="14" name="figure-caption Placeholder Carrier"/>
          <p:cNvSpPr txBox="1"/>
          <p:nvPr>
            <p:ph type="body" idx="7"/>
          </p:nvPr>
        </p:nvSpPr>
        <p:spPr>
          <a:xfrm>
            <a:off x="4762500" y="5705475"/>
            <a:ext cx="68199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Figure Caption</a:t>
            </a:r>
          </a:p>
        </p:txBody>
      </p:sp>
      <p:sp>
        <p:nvSpPr>
          <p:cNvPr id="15" name="nav-1 Placeholder Carrier"/>
          <p:cNvSpPr txBox="1"/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1</a:t>
            </a:r>
          </a:p>
        </p:txBody>
      </p:sp>
      <p:sp>
        <p:nvSpPr>
          <p:cNvPr id="16" name="nav-2 Placeholder Carrier"/>
          <p:cNvSpPr txBox="1"/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 2</a:t>
            </a:r>
          </a:p>
        </p:txBody>
      </p:sp>
      <p:sp>
        <p:nvSpPr>
          <p:cNvPr id="17" name="nav-3 Placeholder Carrier"/>
          <p:cNvSpPr txBox="1"/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3</a:t>
            </a:r>
          </a:p>
        </p:txBody>
      </p:sp>
      <p:sp>
        <p:nvSpPr>
          <p:cNvPr id="18" name="nav-4 Placeholder Carrier"/>
          <p:cNvSpPr txBox="1"/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 Placeholder Carrier"/>
          <p:cNvSpPr txBox="1"/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0" name="source Placeholder Carrier"/>
          <p:cNvSpPr txBox="1"/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page-num Placeholder Carrier"/>
          <p:cNvSpPr txBox="1"/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figure-area Placeholder Carrier"/>
          <p:cNvSpPr txBox="1"/>
          <p:nvPr>
            <p:ph idx="5"/>
          </p:nvPr>
        </p:nvSpPr>
        <p:spPr>
          <a:xfrm>
            <a:off x="857250" y="2114550"/>
            <a:ext cx="104775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8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Figure Area</a:t>
            </a:r>
          </a:p>
        </p:txBody>
      </p:sp>
      <p:sp>
        <p:nvSpPr>
          <p:cNvPr id="13" name="figure-caption Placeholder Carrier"/>
          <p:cNvSpPr txBox="1"/>
          <p:nvPr>
            <p:ph type="body" idx="6"/>
          </p:nvPr>
        </p:nvSpPr>
        <p:spPr>
          <a:xfrm>
            <a:off x="609600" y="5543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5E6D80"/>
                </a:solidFill>
                <a:latin typeface="Arial"/>
                <a:ea typeface="Arial"/>
                <a:cs typeface="Arial"/>
              </a:rPr>
              <a:t>Figure Caption</a:t>
            </a:r>
          </a:p>
        </p:txBody>
      </p:sp>
      <p:sp>
        <p:nvSpPr>
          <p:cNvPr id="14" name="nav-1 Placeholder Carrier"/>
          <p:cNvSpPr txBox="1"/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1</a:t>
            </a:r>
          </a:p>
        </p:txBody>
      </p:sp>
      <p:sp>
        <p:nvSpPr>
          <p:cNvPr id="15" name="nav-2 Placeholder Carrier"/>
          <p:cNvSpPr txBox="1"/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 2</a:t>
            </a:r>
          </a:p>
        </p:txBody>
      </p:sp>
      <p:sp>
        <p:nvSpPr>
          <p:cNvPr id="16" name="nav-3 Placeholder Carrier"/>
          <p:cNvSpPr txBox="1"/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3</a:t>
            </a:r>
          </a:p>
        </p:txBody>
      </p:sp>
      <p:sp>
        <p:nvSpPr>
          <p:cNvPr id="17" name="nav-4 Placeholder Carrier"/>
          <p:cNvSpPr txBox="1"/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ge-title Placeholder Carrier"/>
          <p:cNvSpPr txBox="1"/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11" name="source Placeholder Carrier"/>
          <p:cNvSpPr txBox="1"/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2" name="page-num Placeholder Carrier"/>
          <p:cNvSpPr txBox="1"/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column-1-title Placeholder Carrier"/>
          <p:cNvSpPr txBox="1"/>
          <p:nvPr>
            <p:ph type="body" idx="5"/>
          </p:nvPr>
        </p:nvSpPr>
        <p:spPr>
          <a:xfrm>
            <a:off x="609600" y="19050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100" b="1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Column 1 Title</a:t>
            </a:r>
          </a:p>
        </p:txBody>
      </p:sp>
      <p:sp>
        <p:nvSpPr>
          <p:cNvPr id="14" name="column-1-body Placeholder Carrier"/>
          <p:cNvSpPr txBox="1"/>
          <p:nvPr>
            <p:ph type="body" idx="6"/>
          </p:nvPr>
        </p:nvSpPr>
        <p:spPr>
          <a:xfrm>
            <a:off x="609600" y="2800350"/>
            <a:ext cx="5219700" cy="2533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Column 1 Body</a:t>
            </a:r>
          </a:p>
        </p:txBody>
      </p:sp>
      <p:sp>
        <p:nvSpPr>
          <p:cNvPr id="15" name="column-2-title Placeholder Carrier"/>
          <p:cNvSpPr txBox="1"/>
          <p:nvPr>
            <p:ph type="body" idx="7"/>
          </p:nvPr>
        </p:nvSpPr>
        <p:spPr>
          <a:xfrm>
            <a:off x="6362700" y="19050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2100" b="1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Column 2 Title</a:t>
            </a:r>
          </a:p>
        </p:txBody>
      </p:sp>
      <p:sp>
        <p:nvSpPr>
          <p:cNvPr id="16" name="column-2-body Placeholder Carrier"/>
          <p:cNvSpPr txBox="1"/>
          <p:nvPr>
            <p:ph type="body" idx="8"/>
          </p:nvPr>
        </p:nvSpPr>
        <p:spPr>
          <a:xfrm>
            <a:off x="6362700" y="2800350"/>
            <a:ext cx="5219700" cy="2533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Column 2 Body</a:t>
            </a:r>
          </a:p>
        </p:txBody>
      </p:sp>
      <p:sp>
        <p:nvSpPr>
          <p:cNvPr id="17" name="nav-1 Placeholder Carrier"/>
          <p:cNvSpPr txBox="1"/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1</a:t>
            </a:r>
          </a:p>
        </p:txBody>
      </p:sp>
      <p:sp>
        <p:nvSpPr>
          <p:cNvPr id="18" name="nav-2 Placeholder Carrier"/>
          <p:cNvSpPr txBox="1"/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 2</a:t>
            </a:r>
          </a:p>
        </p:txBody>
      </p:sp>
      <p:sp>
        <p:nvSpPr>
          <p:cNvPr id="19" name="nav-3 Placeholder Carrier"/>
          <p:cNvSpPr txBox="1"/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3</a:t>
            </a:r>
          </a:p>
        </p:txBody>
      </p:sp>
      <p:sp>
        <p:nvSpPr>
          <p:cNvPr id="20" name="nav-4 Placeholder Carrier"/>
          <p:cNvSpPr txBox="1"/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 txBox="1"/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9" name="source Placeholder Carrier"/>
          <p:cNvSpPr txBox="1"/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0" name="page-num Placeholder Carrier"/>
          <p:cNvSpPr txBox="1"/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content-area Placeholder Carrier"/>
          <p:cNvSpPr txBox="1"/>
          <p:nvPr>
            <p:ph type="body" idx="120"/>
          </p:nvPr>
        </p:nvSpPr>
        <p:spPr>
          <a:xfrm>
            <a:off x="609600" y="1619250"/>
            <a:ext cx="10972800" cy="447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  <p:sp>
        <p:nvSpPr>
          <p:cNvPr id="12" name="nav-1 Placeholder Carrier"/>
          <p:cNvSpPr txBox="1"/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1</a:t>
            </a:r>
          </a:p>
        </p:txBody>
      </p:sp>
      <p:sp>
        <p:nvSpPr>
          <p:cNvPr id="13" name="nav-2 Placeholder Carrier"/>
          <p:cNvSpPr txBox="1"/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 2</a:t>
            </a:r>
          </a:p>
        </p:txBody>
      </p:sp>
      <p:sp>
        <p:nvSpPr>
          <p:cNvPr id="14" name="nav-3 Placeholder Carrier"/>
          <p:cNvSpPr txBox="1"/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3</a:t>
            </a:r>
          </a:p>
        </p:txBody>
      </p:sp>
      <p:sp>
        <p:nvSpPr>
          <p:cNvPr id="15" name="nav-4 Placeholder Carrier"/>
          <p:cNvSpPr txBox="1"/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Nav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 txBox="1"/>
          <p:nvPr>
            <p:ph type="title" idx="1"/>
          </p:nvPr>
        </p:nvSpPr>
        <p:spPr>
          <a:xfrm>
            <a:off x="457200" y="30480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content-area Placeholder Carrier"/>
          <p:cNvSpPr txBox="1"/>
          <p:nvPr>
            <p:ph type="body" idx="2"/>
          </p:nvPr>
        </p:nvSpPr>
        <p:spPr>
          <a:xfrm>
            <a:off x="3905250" y="1047750"/>
            <a:ext cx="771525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Content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 txBox="1"/>
          <p:nvPr>
            <p:ph type="title" idx="1"/>
          </p:nvPr>
        </p:nvSpPr>
        <p:spPr>
          <a:xfrm>
            <a:off x="9220200" y="838200"/>
            <a:ext cx="762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7" name="references Placeholder Carrier"/>
          <p:cNvSpPr txBox="1"/>
          <p:nvPr>
            <p:ph type="body" idx="2"/>
          </p:nvPr>
        </p:nvSpPr>
        <p:spPr>
          <a:xfrm>
            <a:off x="762000" y="895350"/>
            <a:ext cx="7620000" cy="514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800" dirty="0">
                <a:solidFill>
                  <a:srgbClr val="172B43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hank-you Placeholder Carrier"/>
          <p:cNvSpPr txBox="1"/>
          <p:nvPr>
            <p:ph type="title" idx="1"/>
          </p:nvPr>
        </p:nvSpPr>
        <p:spPr>
          <a:xfrm>
            <a:off x="609600" y="2190750"/>
            <a:ext cx="109728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ending-subtitle Placeholder Carrier"/>
          <p:cNvSpPr txBox="1"/>
          <p:nvPr>
            <p:ph type="subTitle" idx="2"/>
          </p:nvPr>
        </p:nvSpPr>
        <p:spPr>
          <a:xfrm>
            <a:off x="762000" y="33337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Ending Subtitle</a:t>
            </a:r>
          </a:p>
        </p:txBody>
      </p:sp>
      <p:sp>
        <p:nvSpPr>
          <p:cNvPr id="7" name="contact-info Placeholder Carrier"/>
          <p:cNvSpPr txBox="1"/>
          <p:nvPr>
            <p:ph type="body" idx="3"/>
          </p:nvPr>
        </p:nvSpPr>
        <p:spPr>
          <a:xfrm>
            <a:off x="762000" y="46672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95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Contact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2026-10-30T10:24:11Z</dcterms:created>
  <dcterms:modified xsi:type="dcterms:W3CDTF">2026-10-30T10:24:11Z</dcterms:modified>
  <cp:category/>
  <cp:contentStatus/>
</cp:coreProperties>
</file>