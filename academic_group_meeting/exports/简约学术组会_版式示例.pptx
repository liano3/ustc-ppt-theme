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a26445fa72ea3d1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46f5d932a45d82ab.png"/>
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3a26445fa72ea3d1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stc-wordmark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3429000" cy="575120"/>
          </a:xfrm>
          <a:prstGeom prst="rect">
            <a:avLst/>
          </a:prstGeom>
        </p:spPr>
      </p:pic>
      <p:sp>
        <p:nvSpPr>
          <p:cNvPr id="3" name="cover-band Layout"/>
          <p:cNvSpPr/>
          <p:nvPr/>
        </p:nvSpPr>
        <p:spPr>
          <a:xfrm>
            <a:off x="0" y="1524000"/>
            <a:ext cx="12192000" cy="2571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title Placeholder"/>
          <p:cNvSpPr>
            <a:spLocks noGrp="1"/>
          </p:cNvSpPr>
          <p:nvPr>
            <p:ph type="title" idx="1"/>
          </p:nvPr>
        </p:nvSpPr>
        <p:spPr>
          <a:xfrm>
            <a:off x="609600" y="1714500"/>
            <a:ext cx="109728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600"/>
            </a:lvl1pPr>
          </a:lstStyle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subtitle Placeholder"/>
          <p:cNvSpPr>
            <a:spLocks noGrp="1"/>
          </p:cNvSpPr>
          <p:nvPr>
            <p:ph type="subTitle" idx="2"/>
          </p:nvPr>
        </p:nvSpPr>
        <p:spPr>
          <a:xfrm>
            <a:off x="762000" y="3524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ctr" marL="0" indent="0">
              <a:buNone/>
            </a:pPr>
            <a:r>
              <a:rPr lang="zh-CN" sz="21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author Placeholder"/>
          <p:cNvSpPr>
            <a:spLocks noGrp="1"/>
          </p:cNvSpPr>
          <p:nvPr>
            <p:ph type="body" idx="3"/>
          </p:nvPr>
        </p:nvSpPr>
        <p:spPr>
          <a:xfrm>
            <a:off x="762000" y="45243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date Placeholder"/>
          <p:cNvSpPr>
            <a:spLocks noGrp="1"/>
          </p:cNvSpPr>
          <p:nvPr>
            <p:ph type="dt" idx="4"/>
          </p:nvPr>
        </p:nvSpPr>
        <p:spPr>
          <a:xfrm>
            <a:off x="762000" y="504825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800"/>
            </a:lvl1pPr>
          </a:lstStyle>
          <a:p>
            <a:pPr algn="ctr"/>
            <a:fld id="{5CB38DF6-89FD-4892-B787-D37E4CC1A827}" type="datetimeFigureOut">
              <a:rPr lang="en-US" sz="18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2026.10.30</a:t>
            </a:fld>
            <a:endParaRPr lang="en-US"/>
          </a:p>
        </p:txBody>
      </p:sp>
    </p:spTree>
    <p:extLst>
      <p:ext uri="{BB962C8B-B14F-4D97-AF65-F5344CB8AC3E}">
        <p14:creationId val="3588771692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left Layout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num-1 Layout"/>
          <p:cNvSpPr txBox="1"/>
          <p:nvPr/>
        </p:nvSpPr>
        <p:spPr>
          <a:xfrm>
            <a:off x="3990213" y="841375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ow-1 Layout"/>
          <p:cNvSpPr/>
          <p:nvPr/>
        </p:nvSpPr>
        <p:spPr>
          <a:xfrm>
            <a:off x="4000500" y="1924050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5" name="num-2 Layout"/>
          <p:cNvSpPr txBox="1"/>
          <p:nvPr/>
        </p:nvSpPr>
        <p:spPr>
          <a:xfrm>
            <a:off x="3990213" y="2222500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ow-2 Layout"/>
          <p:cNvSpPr/>
          <p:nvPr/>
        </p:nvSpPr>
        <p:spPr>
          <a:xfrm>
            <a:off x="4000500" y="3305175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7" name="num-3 Layout"/>
          <p:cNvSpPr txBox="1"/>
          <p:nvPr/>
        </p:nvSpPr>
        <p:spPr>
          <a:xfrm>
            <a:off x="3990213" y="3603625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ow-3 Layout"/>
          <p:cNvSpPr/>
          <p:nvPr/>
        </p:nvSpPr>
        <p:spPr>
          <a:xfrm>
            <a:off x="4000500" y="4686300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9" name="num-4 Layout"/>
          <p:cNvSpPr txBox="1"/>
          <p:nvPr/>
        </p:nvSpPr>
        <p:spPr>
          <a:xfrm>
            <a:off x="3990213" y="4984750"/>
            <a:ext cx="32307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02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row-4 Layout"/>
          <p:cNvSpPr/>
          <p:nvPr/>
        </p:nvSpPr>
        <p:spPr>
          <a:xfrm>
            <a:off x="4000500" y="6067425"/>
            <a:ext cx="7581900" cy="9525"/>
          </a:xfrm>
          <a:custGeom>
            <a:avLst/>
            <a:gdLst/>
            <a:ahLst/>
            <a:cxnLst/>
            <a:rect l="l" t="t" r="r" b="b"/>
            <a:pathLst>
              <a:path w="7581900" h="9525">
                <a:moveTo>
                  <a:pt x="0" y="0"/>
                </a:moveTo>
                <a:lnTo>
                  <a:pt x="7581900" y="0"/>
                </a:lnTo>
              </a:path>
            </a:pathLst>
          </a:custGeom>
          <a:noFill/>
          <a:ln w="9525">
            <a:solidFill>
              <a:srgbClr val="CFD9E6"/>
            </a:solidFill>
          </a:ln>
        </p:spPr>
      </p:sp>
      <p:sp>
        <p:nvSpPr>
          <p:cNvPr id="11" name="emblem-backing Layout"/>
          <p:cNvSpPr/>
          <p:nvPr/>
        </p:nvSpPr>
        <p:spPr>
          <a:xfrm>
            <a:off x="285750" y="28575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2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609600" cy="609600"/>
          </a:xfrm>
          <a:prstGeom prst="rect">
            <a:avLst/>
          </a:prstGeom>
        </p:spPr>
      </p:pic>
      <p:sp>
        <p:nvSpPr>
          <p:cNvPr id="13" name="title Placeholder"/>
          <p:cNvSpPr>
            <a:spLocks noGrp="1"/>
          </p:cNvSpPr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14" name="subtitle Placeholder"/>
          <p:cNvSpPr>
            <a:spLocks noGrp="1"/>
          </p:cNvSpPr>
          <p:nvPr>
            <p:ph type="subTitle" idx="2"/>
          </p:nvPr>
        </p:nvSpPr>
        <p:spPr>
          <a:xfrm>
            <a:off x="457200" y="4000500"/>
            <a:ext cx="2514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15" name="toc-item-1-title Placeholder"/>
          <p:cNvSpPr>
            <a:spLocks noGrp="1"/>
          </p:cNvSpPr>
          <p:nvPr>
            <p:ph type="body" idx="3"/>
          </p:nvPr>
        </p:nvSpPr>
        <p:spPr>
          <a:xfrm>
            <a:off x="4762500" y="8096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toc-item-1-desc Placeholder"/>
          <p:cNvSpPr>
            <a:spLocks noGrp="1"/>
          </p:cNvSpPr>
          <p:nvPr>
            <p:ph type="body" idx="4"/>
          </p:nvPr>
        </p:nvSpPr>
        <p:spPr>
          <a:xfrm>
            <a:off x="4762500" y="134302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toc-item-2-title Placeholder"/>
          <p:cNvSpPr>
            <a:spLocks noGrp="1"/>
          </p:cNvSpPr>
          <p:nvPr>
            <p:ph type="body" idx="5"/>
          </p:nvPr>
        </p:nvSpPr>
        <p:spPr>
          <a:xfrm>
            <a:off x="4762500" y="219075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toc-item-2-desc Placeholder"/>
          <p:cNvSpPr>
            <a:spLocks noGrp="1"/>
          </p:cNvSpPr>
          <p:nvPr>
            <p:ph type="body" idx="6"/>
          </p:nvPr>
        </p:nvSpPr>
        <p:spPr>
          <a:xfrm>
            <a:off x="4762500" y="272415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toc-item-3-title Placeholder"/>
          <p:cNvSpPr>
            <a:spLocks noGrp="1"/>
          </p:cNvSpPr>
          <p:nvPr>
            <p:ph type="body" idx="7"/>
          </p:nvPr>
        </p:nvSpPr>
        <p:spPr>
          <a:xfrm>
            <a:off x="4762500" y="357187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20" name="toc-item-3-desc Placeholder"/>
          <p:cNvSpPr>
            <a:spLocks noGrp="1"/>
          </p:cNvSpPr>
          <p:nvPr>
            <p:ph type="body" idx="8"/>
          </p:nvPr>
        </p:nvSpPr>
        <p:spPr>
          <a:xfrm>
            <a:off x="4762500" y="410527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21" name="toc-item-4-title Placeholder"/>
          <p:cNvSpPr>
            <a:spLocks noGrp="1"/>
          </p:cNvSpPr>
          <p:nvPr>
            <p:ph type="body" idx="9"/>
          </p:nvPr>
        </p:nvSpPr>
        <p:spPr>
          <a:xfrm>
            <a:off x="4762500" y="49530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22" name="toc-item-4-desc Placeholder"/>
          <p:cNvSpPr>
            <a:spLocks noGrp="1"/>
          </p:cNvSpPr>
          <p:nvPr>
            <p:ph type="body" idx="10"/>
          </p:nvPr>
        </p:nvSpPr>
        <p:spPr>
          <a:xfrm>
            <a:off x="4762500" y="548640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783190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章节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band Layout"/>
          <p:cNvSpPr/>
          <p:nvPr/>
        </p:nvSpPr>
        <p:spPr>
          <a:xfrm>
            <a:off x="0" y="5191125"/>
            <a:ext cx="12192000" cy="12382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emblem-backing Layout"/>
          <p:cNvSpPr/>
          <p:nvPr/>
        </p:nvSpPr>
        <p:spPr>
          <a:xfrm>
            <a:off x="11258550" y="548640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5505450"/>
            <a:ext cx="609600" cy="609600"/>
          </a:xfrm>
          <a:prstGeom prst="rect">
            <a:avLst/>
          </a:prstGeom>
        </p:spPr>
      </p:pic>
      <p:sp>
        <p:nvSpPr>
          <p:cNvPr id="5" name="chapter-title Placeholder"/>
          <p:cNvSpPr>
            <a:spLocks noGrp="1"/>
          </p:cNvSpPr>
          <p:nvPr>
            <p:ph type="title" idx="1"/>
          </p:nvPr>
        </p:nvSpPr>
        <p:spPr>
          <a:xfrm>
            <a:off x="609600" y="5429250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zh-CN" sz="28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chapter-context Placeholder"/>
          <p:cNvSpPr>
            <a:spLocks noGrp="1"/>
          </p:cNvSpPr>
          <p:nvPr>
            <p:ph type="body" idx="2"/>
          </p:nvPr>
        </p:nvSpPr>
        <p:spPr>
          <a:xfrm>
            <a:off x="609600" y="762000"/>
            <a:ext cx="52197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220774" indent="-220774">
              <a:lnSpc>
                <a:spcPts val="2835"/>
              </a:lnSpc>
              <a:buClr>
                <a:srgbClr val="172B43"/>
              </a:buClr>
              <a:buSzTx/>
              <a:buFontTx/>
              <a:buChar char="■"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7" name="chapter-figure Placeholder"/>
          <p:cNvSpPr>
            <a:spLocks noGrp="1"/>
          </p:cNvSpPr>
          <p:nvPr>
            <p:ph type="obj" idx="3"/>
          </p:nvPr>
        </p:nvSpPr>
        <p:spPr>
          <a:xfrm>
            <a:off x="6381750" y="857250"/>
            <a:ext cx="52006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3510"/>
              </a:lnSpc>
            </a:pP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content</a:t>
            </a:r>
            <a:endParaRPr lang="en-US"/>
          </a:p>
        </p:txBody>
      </p:sp>
    </p:spTree>
    <p:extLst>
      <p:ext uri="{BB962C8B-B14F-4D97-AF65-F5344CB8AC3E}">
        <p14:creationId val="3106414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左文右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figure-field Layout"/>
          <p:cNvSpPr/>
          <p:nvPr/>
        </p:nvSpPr>
        <p:spPr>
          <a:xfrm>
            <a:off x="4762500" y="1828800"/>
            <a:ext cx="6819900" cy="3695700"/>
          </a:xfrm>
          <a:prstGeom prst="rect">
            <a:avLst/>
          </a:prstGeom>
          <a:solidFill>
            <a:srgbClr val="EEF3FA"/>
          </a:solidFill>
          <a:ln>
            <a:noFill/>
          </a:ln>
        </p:spPr>
      </p:sp>
      <p:sp>
        <p:nvSpPr>
          <p:cNvPr id="6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7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8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Footer</a:t>
            </a:r>
            <a:endParaRPr lang="en-US"/>
          </a:p>
        </p:txBody>
      </p:sp>
      <p:sp>
        <p:nvSpPr>
          <p:cNvPr id="10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4955CB5C-4FA9-4B6C-9153-57740BEB9198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1" name="content-area Placeholder"/>
          <p:cNvSpPr>
            <a:spLocks noGrp="1"/>
          </p:cNvSpPr>
          <p:nvPr>
            <p:ph type="body" idx="5"/>
          </p:nvPr>
        </p:nvSpPr>
        <p:spPr>
          <a:xfrm>
            <a:off x="609600" y="1924050"/>
            <a:ext cx="3714750" cy="390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lnSpc>
                <a:spcPts val="283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figure-area Placeholder"/>
          <p:cNvSpPr>
            <a:spLocks noGrp="1"/>
          </p:cNvSpPr>
          <p:nvPr>
            <p:ph type="obj" idx="6"/>
          </p:nvPr>
        </p:nvSpPr>
        <p:spPr>
          <a:xfrm>
            <a:off x="4991100" y="2114550"/>
            <a:ext cx="63627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3510"/>
              </a:lnSpc>
            </a:pP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3" name="figure-caption Placeholder"/>
          <p:cNvSpPr>
            <a:spLocks noGrp="1"/>
          </p:cNvSpPr>
          <p:nvPr>
            <p:ph type="body" idx="7"/>
          </p:nvPr>
        </p:nvSpPr>
        <p:spPr>
          <a:xfrm>
            <a:off x="4762500" y="5705475"/>
            <a:ext cx="681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089281874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上图下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wide-figure Layout"/>
          <p:cNvSpPr/>
          <p:nvPr/>
        </p:nvSpPr>
        <p:spPr>
          <a:xfrm>
            <a:off x="609600" y="1809750"/>
            <a:ext cx="10972800" cy="3581400"/>
          </a:xfrm>
          <a:prstGeom prst="rect">
            <a:avLst/>
          </a:prstGeom>
          <a:solidFill>
            <a:srgbClr val="EEF3FA"/>
          </a:solidFill>
          <a:ln>
            <a:noFill/>
          </a:ln>
        </p:spPr>
      </p:sp>
      <p:sp>
        <p:nvSpPr>
          <p:cNvPr id="6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7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8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9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Footer</a:t>
            </a:r>
            <a:endParaRPr lang="en-US"/>
          </a:p>
        </p:txBody>
      </p:sp>
      <p:sp>
        <p:nvSpPr>
          <p:cNvPr id="10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F2350040-3AE8-4D07-A57F-79525263185F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1" name="figure-area Placeholder"/>
          <p:cNvSpPr>
            <a:spLocks noGrp="1"/>
          </p:cNvSpPr>
          <p:nvPr>
            <p:ph type="obj" idx="5"/>
          </p:nvPr>
        </p:nvSpPr>
        <p:spPr>
          <a:xfrm>
            <a:off x="857250" y="2114550"/>
            <a:ext cx="104775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1800"/>
            </a:lvl1pPr>
          </a:lstStyle>
          <a:p>
            <a:pPr algn="l">
              <a:lnSpc>
                <a:spcPts val="3510"/>
              </a:lnSpc>
            </a:pP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content</a:t>
            </a:r>
            <a:endParaRPr lang="en-US"/>
          </a:p>
        </p:txBody>
      </p:sp>
      <p:sp>
        <p:nvSpPr>
          <p:cNvPr id="12" name="figure-caption Placeholder"/>
          <p:cNvSpPr>
            <a:spLocks noGrp="1"/>
          </p:cNvSpPr>
          <p:nvPr>
            <p:ph type="body" idx="6"/>
          </p:nvPr>
        </p:nvSpPr>
        <p:spPr>
          <a:xfrm>
            <a:off x="609600" y="5543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990730823"/>
      </p:ext>
    </p:extLst>
  </p:cSld>
  <p:clrMapOvr>
    <a:masterClrMapping/>
  </p:clrMapOvr>
  <p:hf hdr="0" dt="0" ftr="1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双栏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column-1 Layout"/>
          <p:cNvSpPr/>
          <p:nvPr/>
        </p:nvSpPr>
        <p:spPr>
          <a:xfrm>
            <a:off x="609600" y="25336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004098"/>
            </a:solidFill>
          </a:ln>
        </p:spPr>
      </p:sp>
      <p:sp>
        <p:nvSpPr>
          <p:cNvPr id="6" name="column-2 Layout"/>
          <p:cNvSpPr/>
          <p:nvPr/>
        </p:nvSpPr>
        <p:spPr>
          <a:xfrm>
            <a:off x="6362700" y="2533650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</a:path>
            </a:pathLst>
          </a:custGeom>
          <a:noFill/>
          <a:ln w="19050">
            <a:solidFill>
              <a:srgbClr val="004098"/>
            </a:solidFill>
          </a:ln>
        </p:spPr>
      </p:sp>
      <p:sp>
        <p:nvSpPr>
          <p:cNvPr id="7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8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9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10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Footer</a:t>
            </a:r>
            <a:endParaRPr lang="en-US"/>
          </a:p>
        </p:txBody>
      </p:sp>
      <p:sp>
        <p:nvSpPr>
          <p:cNvPr id="11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47545E52-EC47-4AAA-8B59-98E2E67734D6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2" name="column-1-title Placeholder"/>
          <p:cNvSpPr>
            <a:spLocks noGrp="1"/>
          </p:cNvSpPr>
          <p:nvPr>
            <p:ph type="body" idx="5"/>
          </p:nvPr>
        </p:nvSpPr>
        <p:spPr>
          <a:xfrm>
            <a:off x="6096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zh-CN" sz="2100" b="1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column-1-body Placeholder"/>
          <p:cNvSpPr>
            <a:spLocks noGrp="1"/>
          </p:cNvSpPr>
          <p:nvPr>
            <p:ph type="body" idx="6"/>
          </p:nvPr>
        </p:nvSpPr>
        <p:spPr>
          <a:xfrm>
            <a:off x="6096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lnSpc>
                <a:spcPts val="409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column-2-title Placeholder"/>
          <p:cNvSpPr>
            <a:spLocks noGrp="1"/>
          </p:cNvSpPr>
          <p:nvPr>
            <p:ph type="body" idx="7"/>
          </p:nvPr>
        </p:nvSpPr>
        <p:spPr>
          <a:xfrm>
            <a:off x="63627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zh-CN" sz="2100" b="1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5" name="column-2-body Placeholder"/>
          <p:cNvSpPr>
            <a:spLocks noGrp="1"/>
          </p:cNvSpPr>
          <p:nvPr>
            <p:ph type="body" idx="8"/>
          </p:nvPr>
        </p:nvSpPr>
        <p:spPr>
          <a:xfrm>
            <a:off x="63627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lnSpc>
                <a:spcPts val="409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6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7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8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9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514049306"/>
      </p:ext>
    </p:extLst>
  </p:cSld>
  <p:clrMapOvr>
    <a:masterClrMapping/>
  </p:clrMapOvr>
  <p:hf hdr="0" dt="0" ftr="1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自由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 Layout"/>
          <p:cNvSpPr/>
          <p:nvPr/>
        </p:nvSpPr>
        <p:spPr>
          <a:xfrm>
            <a:off x="0" y="285750"/>
            <a:ext cx="12192000" cy="647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footer-band Layout"/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4" name="active-tab Layout"/>
          <p:cNvSpPr/>
          <p:nvPr/>
        </p:nvSpPr>
        <p:spPr>
          <a:xfrm>
            <a:off x="2000250" y="0"/>
            <a:ext cx="2000250" cy="285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5" name="emblem-backing Layout"/>
          <p:cNvSpPr/>
          <p:nvPr/>
        </p:nvSpPr>
        <p:spPr>
          <a:xfrm>
            <a:off x="11353800" y="333375"/>
            <a:ext cx="552450" cy="552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6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352425"/>
            <a:ext cx="514350" cy="514350"/>
          </a:xfrm>
          <a:prstGeom prst="rect">
            <a:avLst/>
          </a:prstGeom>
        </p:spPr>
      </p:pic>
      <p:sp>
        <p:nvSpPr>
          <p:cNvPr id="7" name="page-title Placeholder"/>
          <p:cNvSpPr>
            <a:spLocks noGrp="1"/>
          </p:cNvSpPr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550"/>
            </a:lvl1pPr>
          </a:lstStyle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8" name="source Placeholder"/>
          <p:cNvSpPr>
            <a:spLocks noGrp="1"/>
          </p:cNvSpPr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Footer</a:t>
            </a:r>
            <a:endParaRPr lang="en-US"/>
          </a:p>
        </p:txBody>
      </p:sp>
      <p:sp>
        <p:nvSpPr>
          <p:cNvPr id="9" name="page-num Placeholder"/>
          <p:cNvSpPr>
            <a:spLocks noGrp="1"/>
          </p:cNvSpPr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/>
            <a:fld id="{FBBF9493-5C08-4107-946F-3E71D6E74084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  <p:sp>
        <p:nvSpPr>
          <p:cNvPr id="10" name="content-area Placeholder"/>
          <p:cNvSpPr>
            <a:spLocks noGrp="1"/>
          </p:cNvSpPr>
          <p:nvPr>
            <p:ph type="body" idx="120"/>
          </p:nvPr>
        </p:nvSpPr>
        <p:spPr>
          <a:xfrm>
            <a:off x="609600" y="1619250"/>
            <a:ext cx="109728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lnSpc>
                <a:spcPts val="409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1" name="nav-1 Placeholder"/>
          <p:cNvSpPr>
            <a:spLocks noGrp="1"/>
          </p:cNvSpPr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2" name="nav-2 Placeholder"/>
          <p:cNvSpPr>
            <a:spLocks noGrp="1"/>
          </p:cNvSpPr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3" name="nav-3 Placeholder"/>
          <p:cNvSpPr>
            <a:spLocks noGrp="1"/>
          </p:cNvSpPr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  <p:sp>
        <p:nvSpPr>
          <p:cNvPr id="14" name="nav-4 Placeholder"/>
          <p:cNvSpPr>
            <a:spLocks noGrp="1"/>
          </p:cNvSpPr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31181148"/>
      </p:ext>
    </p:extLst>
  </p:cSld>
  <p:clrMapOvr>
    <a:masterClrMapping/>
  </p:clrMapOvr>
  <p:hf hdr="0" dt="0" ftr="1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mmary-rail Layout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emblem-backing Layout"/>
          <p:cNvSpPr/>
          <p:nvPr/>
        </p:nvSpPr>
        <p:spPr>
          <a:xfrm>
            <a:off x="285750" y="28575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609600" cy="609600"/>
          </a:xfrm>
          <a:prstGeom prst="rect">
            <a:avLst/>
          </a:prstGeom>
        </p:spPr>
      </p:pic>
      <p:sp>
        <p:nvSpPr>
          <p:cNvPr id="5" name="page-title Placeholder"/>
          <p:cNvSpPr>
            <a:spLocks noGrp="1"/>
          </p:cNvSpPr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content-area Placeholder"/>
          <p:cNvSpPr>
            <a:spLocks noGrp="1"/>
          </p:cNvSpPr>
          <p:nvPr>
            <p:ph type="body" idx="2"/>
          </p:nvPr>
        </p:nvSpPr>
        <p:spPr>
          <a:xfrm>
            <a:off x="3905250" y="1047750"/>
            <a:ext cx="771525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220774" indent="-220774">
              <a:lnSpc>
                <a:spcPts val="2835"/>
              </a:lnSpc>
              <a:buClr>
                <a:srgbClr val="172B43"/>
              </a:buClr>
              <a:buSzTx/>
              <a:buFontTx/>
              <a:buChar char="■"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4599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ences-rail Layout"/>
          <p:cNvSpPr/>
          <p:nvPr/>
        </p:nvSpPr>
        <p:spPr>
          <a:xfrm>
            <a:off x="8953500" y="0"/>
            <a:ext cx="3238500" cy="685800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sp>
        <p:nvSpPr>
          <p:cNvPr id="3" name="emblem-backing Layout"/>
          <p:cNvSpPr/>
          <p:nvPr/>
        </p:nvSpPr>
        <p:spPr>
          <a:xfrm>
            <a:off x="11258550" y="285750"/>
            <a:ext cx="647700" cy="647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ustc-emblem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00" y="304800"/>
            <a:ext cx="609600" cy="609600"/>
          </a:xfrm>
          <a:prstGeom prst="rect">
            <a:avLst/>
          </a:prstGeom>
        </p:spPr>
      </p:pic>
      <p:sp>
        <p:nvSpPr>
          <p:cNvPr id="5" name="page-title Placeholder"/>
          <p:cNvSpPr>
            <a:spLocks noGrp="1"/>
          </p:cNvSpPr>
          <p:nvPr>
            <p:ph type="title" idx="1"/>
          </p:nvPr>
        </p:nvSpPr>
        <p:spPr>
          <a:xfrm>
            <a:off x="9220200" y="838200"/>
            <a:ext cx="762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000"/>
            </a:lvl1pPr>
          </a:lstStyle>
          <a:p>
            <a:pPr algn="l">
              <a:lnSpc>
                <a:spcPts val="4050"/>
              </a:lnSpc>
            </a:pPr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6" name="references Placeholder"/>
          <p:cNvSpPr>
            <a:spLocks noGrp="1"/>
          </p:cNvSpPr>
          <p:nvPr>
            <p:ph type="body" idx="2"/>
          </p:nvPr>
        </p:nvSpPr>
        <p:spPr>
          <a:xfrm>
            <a:off x="762000" y="895350"/>
            <a:ext cx="76200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lnSpc>
                <a:spcPts val="3600"/>
              </a:lnSpc>
              <a:buNone/>
            </a:pPr>
            <a: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182626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致谢与讨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band Layout"/>
          <p:cNvSpPr/>
          <p:nvPr/>
        </p:nvSpPr>
        <p:spPr>
          <a:xfrm>
            <a:off x="0" y="1524000"/>
            <a:ext cx="12192000" cy="2571750"/>
          </a:xfrm>
          <a:prstGeom prst="rect">
            <a:avLst/>
          </a:prstGeom>
          <a:solidFill>
            <a:srgbClr val="004098"/>
          </a:solidFill>
          <a:ln>
            <a:noFill/>
          </a:ln>
        </p:spPr>
      </p:sp>
      <p:pic>
        <p:nvPicPr>
          <p:cNvPr id="3" name="ustc-wordmark Layo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3429000" cy="575120"/>
          </a:xfrm>
          <a:prstGeom prst="rect">
            <a:avLst/>
          </a:prstGeom>
        </p:spPr>
      </p:pic>
      <p:sp>
        <p:nvSpPr>
          <p:cNvPr id="4" name="thank-you Placeholder"/>
          <p:cNvSpPr>
            <a:spLocks noGrp="1"/>
          </p:cNvSpPr>
          <p:nvPr>
            <p:ph type="title" idx="1"/>
          </p:nvPr>
        </p:nvSpPr>
        <p:spPr>
          <a:xfrm>
            <a:off x="609600" y="2190750"/>
            <a:ext cx="109728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Click to add title</a:t>
            </a:r>
            <a:endParaRPr lang="en-US"/>
          </a:p>
        </p:txBody>
      </p:sp>
      <p:sp>
        <p:nvSpPr>
          <p:cNvPr id="5" name="ending-subtitle Placeholder"/>
          <p:cNvSpPr>
            <a:spLocks noGrp="1"/>
          </p:cNvSpPr>
          <p:nvPr>
            <p:ph type="subTitle" idx="2"/>
          </p:nvPr>
        </p:nvSpPr>
        <p:spPr>
          <a:xfrm>
            <a:off x="762000" y="33337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6" name="contact-info Placeholder"/>
          <p:cNvSpPr>
            <a:spLocks noGrp="1"/>
          </p:cNvSpPr>
          <p:nvPr>
            <p:ph type="body" idx="3"/>
          </p:nvPr>
        </p:nvSpPr>
        <p:spPr>
          <a:xfrm>
            <a:off x="762000" y="4667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6556842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简约学术 · 深蓝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2.xml" />
  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3.xml" />
  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4.xml" />
  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5.xml" />
  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6.xml" />
  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7.xml" />
  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8.xml" />
  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19.xml" />
  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0.xml" />
  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1.xml" />
  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Carrier"/>
          <p:cNvSpPr txBox="1"/>
          <p:nvPr>
            <p:ph type="title" idx="1"/>
          </p:nvPr>
        </p:nvSpPr>
        <p:spPr>
          <a:xfrm>
            <a:off x="609600" y="1714500"/>
            <a:ext cx="109728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论文标题 / Research Paper Title</a:t>
            </a:r>
          </a:p>
        </p:txBody>
      </p:sp>
      <p:sp>
        <p:nvSpPr>
          <p:cNvPr id="6" name="subtitle Placeholder Carrier"/>
          <p:cNvSpPr txBox="1"/>
          <p:nvPr>
            <p:ph type="subTitle" idx="2"/>
          </p:nvPr>
        </p:nvSpPr>
        <p:spPr>
          <a:xfrm>
            <a:off x="762000" y="3524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zh-CN" sz="21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会议、期刊或 arXiv 编号</a:t>
            </a:r>
          </a:p>
        </p:txBody>
      </p:sp>
      <p:sp>
        <p:nvSpPr>
          <p:cNvPr id="7" name="author Placeholder Carrier"/>
          <p:cNvSpPr txBox="1"/>
          <p:nvPr>
            <p:ph type="body" idx="3"/>
          </p:nvPr>
        </p:nvSpPr>
        <p:spPr>
          <a:xfrm>
            <a:off x="762000" y="45243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zh-CN" sz="195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汇报人</a:t>
            </a:r>
          </a:p>
        </p:txBody>
      </p:sp>
      <p:sp>
        <p:nvSpPr>
          <p:cNvPr id="8" name="date Placeholder Carrier"/>
          <p:cNvSpPr txBox="1"/>
          <p:nvPr>
            <p:ph type="dt" idx="4"/>
          </p:nvPr>
        </p:nvSpPr>
        <p:spPr>
          <a:xfrm>
            <a:off x="762000" y="5048250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en-US" sz="1800" dirty="0">
                <a:solidFill>
                  <a:srgbClr val="004098"/>
                </a:solidFill>
                <a:latin typeface="Arial"/>
                <a:ea typeface="Arial"/>
                <a:cs typeface="Arial"/>
              </a:rPr>
              <a:t>2026.10.30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Carrier"/>
          <p:cNvSpPr txBox="1"/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汇报内容</a:t>
            </a:r>
          </a:p>
        </p:txBody>
      </p:sp>
      <p:sp>
        <p:nvSpPr>
          <p:cNvPr id="15" name="subtitle Placeholder Carrier"/>
          <p:cNvSpPr txBox="1"/>
          <p:nvPr>
            <p:ph type="subTitle" idx="2"/>
          </p:nvPr>
        </p:nvSpPr>
        <p:spPr>
          <a:xfrm>
            <a:off x="457200" y="4000500"/>
            <a:ext cx="2514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zh-CN" sz="16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 → 方法 → 证据</a:t>
            </a:r>
          </a:p>
        </p:txBody>
      </p:sp>
      <p:sp>
        <p:nvSpPr>
          <p:cNvPr id="16" name="toc-item-1-title Placeholder Carrier"/>
          <p:cNvSpPr txBox="1"/>
          <p:nvPr>
            <p:ph type="body" idx="3"/>
          </p:nvPr>
        </p:nvSpPr>
        <p:spPr>
          <a:xfrm>
            <a:off x="4762500" y="8096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问题与挑战</a:t>
            </a:r>
          </a:p>
        </p:txBody>
      </p:sp>
      <p:sp>
        <p:nvSpPr>
          <p:cNvPr id="17" name="toc-item-1-desc Placeholder Carrier"/>
          <p:cNvSpPr txBox="1"/>
          <p:nvPr>
            <p:ph type="body" idx="4"/>
          </p:nvPr>
        </p:nvSpPr>
        <p:spPr>
          <a:xfrm>
            <a:off x="4762500" y="134302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研究背景、动机与核心难点</a:t>
            </a:r>
          </a:p>
        </p:txBody>
      </p:sp>
      <p:sp>
        <p:nvSpPr>
          <p:cNvPr id="18" name="toc-item-2-title Placeholder Carrier"/>
          <p:cNvSpPr txBox="1"/>
          <p:nvPr>
            <p:ph type="body" idx="5"/>
          </p:nvPr>
        </p:nvSpPr>
        <p:spPr>
          <a:xfrm>
            <a:off x="4762500" y="219075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方法设计</a:t>
            </a:r>
          </a:p>
        </p:txBody>
      </p:sp>
      <p:sp>
        <p:nvSpPr>
          <p:cNvPr id="19" name="toc-item-2-desc Placeholder Carrier"/>
          <p:cNvSpPr txBox="1"/>
          <p:nvPr>
            <p:ph type="body" idx="6"/>
          </p:nvPr>
        </p:nvSpPr>
        <p:spPr>
          <a:xfrm>
            <a:off x="4762500" y="272415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关键思路、框架与实现</a:t>
            </a:r>
          </a:p>
        </p:txBody>
      </p:sp>
      <p:sp>
        <p:nvSpPr>
          <p:cNvPr id="20" name="toc-item-3-title Placeholder Carrier"/>
          <p:cNvSpPr txBox="1"/>
          <p:nvPr>
            <p:ph type="body" idx="7"/>
          </p:nvPr>
        </p:nvSpPr>
        <p:spPr>
          <a:xfrm>
            <a:off x="4762500" y="357187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实验对比</a:t>
            </a:r>
          </a:p>
        </p:txBody>
      </p:sp>
      <p:sp>
        <p:nvSpPr>
          <p:cNvPr id="21" name="toc-item-3-desc Placeholder Carrier"/>
          <p:cNvSpPr txBox="1"/>
          <p:nvPr>
            <p:ph type="body" idx="8"/>
          </p:nvPr>
        </p:nvSpPr>
        <p:spPr>
          <a:xfrm>
            <a:off x="4762500" y="4105275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主结果、消融与案例分析</a:t>
            </a:r>
          </a:p>
        </p:txBody>
      </p:sp>
      <p:sp>
        <p:nvSpPr>
          <p:cNvPr id="22" name="toc-item-4-title Placeholder Carrier"/>
          <p:cNvSpPr txBox="1"/>
          <p:nvPr>
            <p:ph type="body" idx="9"/>
          </p:nvPr>
        </p:nvSpPr>
        <p:spPr>
          <a:xfrm>
            <a:off x="4762500" y="4953000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2100" b="1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23" name="toc-item-4-desc Placeholder Carrier"/>
          <p:cNvSpPr txBox="1"/>
          <p:nvPr>
            <p:ph type="body" idx="10"/>
          </p:nvPr>
        </p:nvSpPr>
        <p:spPr>
          <a:xfrm>
            <a:off x="4762500" y="548640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65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贡献、局限与研究启发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-title Placeholder Carrier"/>
          <p:cNvSpPr txBox="1"/>
          <p:nvPr>
            <p:ph type="title" idx="1"/>
          </p:nvPr>
        </p:nvSpPr>
        <p:spPr>
          <a:xfrm>
            <a:off x="609600" y="5429250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从研究问题到方法设计</a:t>
            </a:r>
          </a:p>
        </p:txBody>
      </p:sp>
      <p:sp>
        <p:nvSpPr>
          <p:cNvPr id="7" name="chapter-context Placeholder Carrier"/>
          <p:cNvSpPr txBox="1"/>
          <p:nvPr>
            <p:ph type="body" idx="2"/>
          </p:nvPr>
        </p:nvSpPr>
        <p:spPr>
          <a:xfrm>
            <a:off x="609600" y="762000"/>
            <a:ext cx="52197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2835"/>
              </a:lnSpc>
              <a:buClr>
                <a:srgbClr val="172B43"/>
              </a:buClr>
              <a:buSzTx/>
              <a:buFontTx/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已有方法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概括已有工作及其适用条件。</a:t>
            </a:r>
          </a:p>
          <a:p>
            <a:pPr algn="l" marL="0" indent="0">
              <a:lnSpc>
                <a:spcPts val="2835"/>
              </a:lnSpc>
              <a:spcBef>
                <a:spcPts val="1260"/>
              </a:spcBef>
              <a:buClr>
                <a:srgbClr val="172B43"/>
              </a:buClr>
              <a:buSzTx/>
              <a:buFontTx/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关键挑战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指出尚未解决的核心问题。</a:t>
            </a:r>
          </a:p>
          <a:p>
            <a:pPr algn="l" marL="0" indent="0">
              <a:lnSpc>
                <a:spcPts val="2835"/>
              </a:lnSpc>
              <a:spcBef>
                <a:spcPts val="1260"/>
              </a:spcBef>
              <a:buClr>
                <a:srgbClr val="172B43"/>
              </a:buClr>
              <a:buSzTx/>
              <a:buFontTx/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本节关注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引出下一部分的方法与思路。</a:t>
            </a:r>
          </a:p>
        </p:txBody>
      </p:sp>
      <p:sp>
        <p:nvSpPr>
          <p:cNvPr id="8" name="chapter-figure Placeholder Carrier"/>
          <p:cNvSpPr txBox="1"/>
          <p:nvPr>
            <p:ph idx="3"/>
          </p:nvPr>
        </p:nvSpPr>
        <p:spPr>
          <a:xfrm>
            <a:off x="6381750" y="857250"/>
            <a:ext cx="5200650" cy="371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3510"/>
              </a:lnSpc>
            </a:pP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放置概念图、方法概览或对照示意</a:t>
            </a:r>
            <a:b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也可以替换为本节的核心问题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先给出观察，再用图解释</a:t>
            </a:r>
          </a:p>
        </p:txBody>
      </p:sp>
      <p:sp>
        <p:nvSpPr>
          <p:cNvPr id="10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论文标题 / 汇报主题 — 作者 · 会议 / 年份</a:t>
            </a:r>
          </a:p>
        </p:txBody>
      </p:sp>
      <p:sp>
        <p:nvSpPr>
          <p:cNvPr id="11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fld id="{987DBC8A-DA18-41F2-B4B8-76650675094E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fld>
          </a:p>
        </p:txBody>
      </p:sp>
      <p:sp>
        <p:nvSpPr>
          <p:cNvPr id="12" name="content-area Placeholder Carrier"/>
          <p:cNvSpPr txBox="1"/>
          <p:nvPr>
            <p:ph type="body" idx="5"/>
          </p:nvPr>
        </p:nvSpPr>
        <p:spPr>
          <a:xfrm>
            <a:off x="609600" y="1924050"/>
            <a:ext cx="3714750" cy="390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lnSpc>
                <a:spcPts val="283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核心观察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描述最重要的现象。</a:t>
            </a:r>
          </a:p>
          <a:p>
            <a:pPr algn="l" marL="0" indent="0">
              <a:lnSpc>
                <a:spcPts val="2835"/>
              </a:lnSpc>
              <a:spcBef>
                <a:spcPts val="1260"/>
              </a:spcBef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解释与证据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说明与研究问题的关系。</a:t>
            </a:r>
          </a:p>
          <a:p>
            <a:pPr algn="l" marL="0" indent="0">
              <a:lnSpc>
                <a:spcPts val="2835"/>
              </a:lnSpc>
              <a:spcBef>
                <a:spcPts val="1260"/>
              </a:spcBef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结论边界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交代适用条件和局限。</a:t>
            </a:r>
          </a:p>
        </p:txBody>
      </p:sp>
      <p:sp>
        <p:nvSpPr>
          <p:cNvPr id="13" name="figure-area Placeholder Carrier"/>
          <p:cNvSpPr txBox="1"/>
          <p:nvPr>
            <p:ph idx="6"/>
          </p:nvPr>
        </p:nvSpPr>
        <p:spPr>
          <a:xfrm>
            <a:off x="4991100" y="2114550"/>
            <a:ext cx="63627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3510"/>
              </a:lnSpc>
            </a:pP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研究示意图 / 实验曲线</a:t>
            </a:r>
            <a:b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替换为当前研究的图像或图表</a:t>
            </a:r>
          </a:p>
        </p:txBody>
      </p:sp>
      <p:sp>
        <p:nvSpPr>
          <p:cNvPr id="14" name="figure-caption Placeholder Carrier"/>
          <p:cNvSpPr txBox="1"/>
          <p:nvPr>
            <p:ph type="body" idx="7"/>
          </p:nvPr>
        </p:nvSpPr>
        <p:spPr>
          <a:xfrm>
            <a:off x="4762500" y="5705475"/>
            <a:ext cx="68199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图 1 图注：对象、条件与可观察到的结果。</a:t>
            </a:r>
          </a:p>
        </p:txBody>
      </p:sp>
      <p:sp>
        <p:nvSpPr>
          <p:cNvPr id="15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问题与挑战</a:t>
            </a:r>
          </a:p>
        </p:txBody>
      </p:sp>
      <p:sp>
        <p:nvSpPr>
          <p:cNvPr id="16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方法设计</a:t>
            </a:r>
          </a:p>
        </p:txBody>
      </p:sp>
      <p:sp>
        <p:nvSpPr>
          <p:cNvPr id="17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实验对比</a:t>
            </a:r>
          </a:p>
        </p:txBody>
      </p:sp>
      <p:sp>
        <p:nvSpPr>
          <p:cNvPr id="18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让图承担主要解释任务</a:t>
            </a:r>
          </a:p>
        </p:txBody>
      </p:sp>
      <p:sp>
        <p:nvSpPr>
          <p:cNvPr id="10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论文标题 / 汇报主题 — 作者 · 会议 / 年份</a:t>
            </a:r>
          </a:p>
        </p:txBody>
      </p:sp>
      <p:sp>
        <p:nvSpPr>
          <p:cNvPr id="11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fld id="{987DBC8A-DA18-41F2-B4B8-76650675094E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fld>
          </a:p>
        </p:txBody>
      </p:sp>
      <p:sp>
        <p:nvSpPr>
          <p:cNvPr id="12" name="figure-area Placeholder Carrier"/>
          <p:cNvSpPr txBox="1"/>
          <p:nvPr>
            <p:ph idx="5"/>
          </p:nvPr>
        </p:nvSpPr>
        <p:spPr>
          <a:xfrm>
            <a:off x="857250" y="2114550"/>
            <a:ext cx="104775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ts val="3510"/>
              </a:lnSpc>
            </a:pP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全宽框架图 / 大型实验图</a:t>
            </a:r>
            <a:b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保留图例、单位与必要的标注</a:t>
            </a:r>
          </a:p>
        </p:txBody>
      </p:sp>
      <p:sp>
        <p:nvSpPr>
          <p:cNvPr id="13" name="figure-caption Placeholder Carrier"/>
          <p:cNvSpPr txBox="1"/>
          <p:nvPr>
            <p:ph type="body" idx="6"/>
          </p:nvPr>
        </p:nvSpPr>
        <p:spPr>
          <a:xfrm>
            <a:off x="609600" y="554355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5E6D80"/>
                </a:solidFill>
                <a:latin typeface="Arial"/>
                <a:ea typeface="Microsoft YaHei"/>
                <a:cs typeface="Arial"/>
              </a:rPr>
              <a:t>一句话解释图表中的主要发现；注明必要的条件与单位。</a:t>
            </a:r>
          </a:p>
        </p:txBody>
      </p:sp>
      <p:sp>
        <p:nvSpPr>
          <p:cNvPr id="14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问题与挑战</a:t>
            </a:r>
          </a:p>
        </p:txBody>
      </p:sp>
      <p:sp>
        <p:nvSpPr>
          <p:cNvPr id="15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方法设计</a:t>
            </a:r>
          </a:p>
        </p:txBody>
      </p:sp>
      <p:sp>
        <p:nvSpPr>
          <p:cNvPr id="16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实验对比</a:t>
            </a:r>
          </a:p>
        </p:txBody>
      </p:sp>
      <p:sp>
        <p:nvSpPr>
          <p:cNvPr id="17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两种方法的关键差异在哪里</a:t>
            </a:r>
          </a:p>
        </p:txBody>
      </p:sp>
      <p:sp>
        <p:nvSpPr>
          <p:cNvPr id="11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论文标题 / 汇报主题 — 作者 · 会议 / 年份</a:t>
            </a:r>
          </a:p>
        </p:txBody>
      </p:sp>
      <p:sp>
        <p:nvSpPr>
          <p:cNvPr id="12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fld id="{987DBC8A-DA18-41F2-B4B8-76650675094E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fld>
          </a:p>
        </p:txBody>
      </p:sp>
      <p:sp>
        <p:nvSpPr>
          <p:cNvPr id="13" name="column-1-title Placeholder Carrier"/>
          <p:cNvSpPr txBox="1"/>
          <p:nvPr>
            <p:ph type="body" idx="5"/>
          </p:nvPr>
        </p:nvSpPr>
        <p:spPr>
          <a:xfrm>
            <a:off x="6096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2100" b="1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基线方法</a:t>
            </a:r>
          </a:p>
        </p:txBody>
      </p:sp>
      <p:sp>
        <p:nvSpPr>
          <p:cNvPr id="14" name="column-1-body Placeholder Carrier"/>
          <p:cNvSpPr txBox="1"/>
          <p:nvPr>
            <p:ph type="body" idx="6"/>
          </p:nvPr>
        </p:nvSpPr>
        <p:spPr>
          <a:xfrm>
            <a:off x="6096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409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目标与基本假设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主要操作流程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适用条件与局限</a:t>
            </a:r>
          </a:p>
        </p:txBody>
      </p:sp>
      <p:sp>
        <p:nvSpPr>
          <p:cNvPr id="15" name="column-2-title Placeholder Carrier"/>
          <p:cNvSpPr txBox="1"/>
          <p:nvPr>
            <p:ph type="body" idx="7"/>
          </p:nvPr>
        </p:nvSpPr>
        <p:spPr>
          <a:xfrm>
            <a:off x="6362700" y="1905000"/>
            <a:ext cx="52197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2100" b="1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改进方法</a:t>
            </a:r>
          </a:p>
        </p:txBody>
      </p:sp>
      <p:sp>
        <p:nvSpPr>
          <p:cNvPr id="16" name="column-2-body Placeholder Carrier"/>
          <p:cNvSpPr txBox="1"/>
          <p:nvPr>
            <p:ph type="body" idx="8"/>
          </p:nvPr>
        </p:nvSpPr>
        <p:spPr>
          <a:xfrm>
            <a:off x="6362700" y="2800350"/>
            <a:ext cx="5219700" cy="2533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409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针对的具体不足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改变了哪些关键环节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收益与额外代价</a:t>
            </a:r>
          </a:p>
        </p:txBody>
      </p:sp>
      <p:sp>
        <p:nvSpPr>
          <p:cNvPr id="17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问题与挑战</a:t>
            </a:r>
          </a:p>
        </p:txBody>
      </p:sp>
      <p:sp>
        <p:nvSpPr>
          <p:cNvPr id="18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方法设计</a:t>
            </a:r>
          </a:p>
        </p:txBody>
      </p:sp>
      <p:sp>
        <p:nvSpPr>
          <p:cNvPr id="19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实验对比</a:t>
            </a:r>
          </a:p>
        </p:txBody>
      </p:sp>
      <p:sp>
        <p:nvSpPr>
          <p:cNvPr id="20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 txBox="1"/>
          <p:nvPr>
            <p:ph type="title" idx="2"/>
          </p:nvPr>
        </p:nvSpPr>
        <p:spPr>
          <a:xfrm>
            <a:off x="381000" y="400050"/>
            <a:ext cx="10429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一页讲清一个问题</a:t>
            </a:r>
          </a:p>
        </p:txBody>
      </p:sp>
      <p:sp>
        <p:nvSpPr>
          <p:cNvPr id="9" name="source Placeholder Carrier"/>
          <p:cNvSpPr txBox="1"/>
          <p:nvPr>
            <p:ph type="ftr" idx="3"/>
          </p:nvPr>
        </p:nvSpPr>
        <p:spPr>
          <a:xfrm>
            <a:off x="381000" y="6600825"/>
            <a:ext cx="104775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论文标题 / 汇报主题 — 作者 · 会议 / 年份</a:t>
            </a:r>
          </a:p>
        </p:txBody>
      </p:sp>
      <p:sp>
        <p:nvSpPr>
          <p:cNvPr id="10" name="page-num Placeholder Carrier"/>
          <p:cNvSpPr txBox="1"/>
          <p:nvPr>
            <p:ph type="sldNum" idx="4"/>
          </p:nvPr>
        </p:nvSpPr>
        <p:spPr>
          <a:xfrm>
            <a:off x="11182350" y="6600825"/>
            <a:ext cx="62865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fld id="{987DBC8A-DA18-41F2-B4B8-76650675094E}" type="slidenum">
              <a:rPr lang="en-US" sz="13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fld>
          </a:p>
        </p:txBody>
      </p:sp>
      <p:sp>
        <p:nvSpPr>
          <p:cNvPr id="11" name="content-area Placeholder Carrier"/>
          <p:cNvSpPr txBox="1"/>
          <p:nvPr>
            <p:ph type="body" idx="120"/>
          </p:nvPr>
        </p:nvSpPr>
        <p:spPr>
          <a:xfrm>
            <a:off x="609600" y="1619250"/>
            <a:ext cx="109728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4095"/>
              </a:lnSpc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在这里放置当前页面的主要内容。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可以直接输入文字，也可以替换为大图、表格或公式。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尽量围绕一个问题组织证据与解释。</a:t>
            </a:r>
          </a:p>
        </p:txBody>
      </p:sp>
      <p:sp>
        <p:nvSpPr>
          <p:cNvPr id="12" name="nav-1 Placeholder Carrier"/>
          <p:cNvSpPr txBox="1"/>
          <p:nvPr>
            <p:ph type="body" idx="100"/>
          </p:nvPr>
        </p:nvSpPr>
        <p:spPr>
          <a:xfrm>
            <a:off x="1905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问题与挑战</a:t>
            </a:r>
          </a:p>
        </p:txBody>
      </p:sp>
      <p:sp>
        <p:nvSpPr>
          <p:cNvPr id="13" name="nav-2 Placeholder Carrier"/>
          <p:cNvSpPr txBox="1"/>
          <p:nvPr>
            <p:ph type="body" idx="101"/>
          </p:nvPr>
        </p:nvSpPr>
        <p:spPr>
          <a:xfrm>
            <a:off x="21907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方法设计</a:t>
            </a:r>
          </a:p>
        </p:txBody>
      </p:sp>
      <p:sp>
        <p:nvSpPr>
          <p:cNvPr id="14" name="nav-3 Placeholder Carrier"/>
          <p:cNvSpPr txBox="1"/>
          <p:nvPr>
            <p:ph type="body" idx="102"/>
          </p:nvPr>
        </p:nvSpPr>
        <p:spPr>
          <a:xfrm>
            <a:off x="419100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实验对比</a:t>
            </a:r>
          </a:p>
        </p:txBody>
      </p:sp>
      <p:sp>
        <p:nvSpPr>
          <p:cNvPr id="15" name="nav-4 Placeholder Carrier"/>
          <p:cNvSpPr txBox="1"/>
          <p:nvPr>
            <p:ph type="body" idx="103"/>
          </p:nvPr>
        </p:nvSpPr>
        <p:spPr>
          <a:xfrm>
            <a:off x="6191250" y="9525"/>
            <a:ext cx="1752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zh-CN" sz="150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 txBox="1"/>
          <p:nvPr>
            <p:ph type="title" idx="1"/>
          </p:nvPr>
        </p:nvSpPr>
        <p:spPr>
          <a:xfrm>
            <a:off x="457200" y="3048000"/>
            <a:ext cx="2514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7" name="content-area Placeholder Carrier"/>
          <p:cNvSpPr txBox="1"/>
          <p:nvPr>
            <p:ph type="body" idx="2"/>
          </p:nvPr>
        </p:nvSpPr>
        <p:spPr>
          <a:xfrm>
            <a:off x="3905250" y="1047750"/>
            <a:ext cx="7715250" cy="476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2835"/>
              </a:lnSpc>
              <a:buClr>
                <a:srgbClr val="172B43"/>
              </a:buClr>
              <a:buSzTx/>
              <a:buFontTx/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主要结论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这篇论文解决了什么问题，证据是什么。</a:t>
            </a:r>
          </a:p>
          <a:p>
            <a:pPr algn="l" marL="0" indent="0">
              <a:lnSpc>
                <a:spcPts val="2835"/>
              </a:lnSpc>
              <a:spcBef>
                <a:spcPts val="1260"/>
              </a:spcBef>
              <a:buClr>
                <a:srgbClr val="172B43"/>
              </a:buClr>
              <a:buSzTx/>
              <a:buFontTx/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方法与贡献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最值得记住的设计，以及相对已有工作的变化。</a:t>
            </a:r>
          </a:p>
          <a:p>
            <a:pPr algn="l" marL="0" indent="0">
              <a:lnSpc>
                <a:spcPts val="2835"/>
              </a:lnSpc>
              <a:spcBef>
                <a:spcPts val="1260"/>
              </a:spcBef>
              <a:buClr>
                <a:srgbClr val="172B43"/>
              </a:buClr>
              <a:buSzTx/>
              <a:buFontTx/>
              <a:buNone/>
            </a:pP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局限与思考</a:t>
            </a:r>
            <a:b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21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成立条件、未解决的问题，以及对自己研究的启发。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 txBox="1"/>
          <p:nvPr>
            <p:ph type="title" idx="1"/>
          </p:nvPr>
        </p:nvSpPr>
        <p:spPr>
          <a:xfrm>
            <a:off x="9220200" y="838200"/>
            <a:ext cx="762000" cy="304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>
              <a:lnSpc>
                <a:spcPts val="4050"/>
              </a:lnSpc>
            </a:pPr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</a:t>
            </a:r>
            <a:b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</a:t>
            </a:r>
            <a:b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</a:t>
            </a:r>
            <a:b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</a:br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献</a:t>
            </a:r>
          </a:p>
        </p:txBody>
      </p:sp>
      <p:sp>
        <p:nvSpPr>
          <p:cNvPr id="7" name="references Placeholder Carrier"/>
          <p:cNvSpPr txBox="1"/>
          <p:nvPr>
            <p:ph type="body" idx="2"/>
          </p:nvPr>
        </p:nvSpPr>
        <p:spPr>
          <a:xfrm>
            <a:off x="762000" y="895350"/>
            <a:ext cx="7620000" cy="514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lnSpc>
                <a:spcPts val="3600"/>
              </a:lnSpc>
              <a:buNone/>
            </a:pPr>
            <a: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[1] 作者. 论文标题. 会议或期刊, 年份.</a:t>
            </a:r>
            <a:b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[2] 作者. 论文标题. 会议或期刊, 年份.</a:t>
            </a:r>
            <a:b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[3] 作者. 论文标题. 会议或期刊, 年份.</a:t>
            </a:r>
            <a:b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[4] 作者. 论文标题. 会议或期刊, 年份.</a:t>
            </a:r>
            <a:b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</a:br>
            <a:r>
              <a:rPr lang="zh-CN" sz="1800" dirty="0">
                <a:solidFill>
                  <a:srgbClr val="172B43"/>
                </a:solidFill>
                <a:latin typeface="Arial"/>
                <a:ea typeface="Microsoft YaHei"/>
                <a:cs typeface="Arial"/>
              </a:rPr>
              <a:t>[5] 作者. 论文标题. 会议或期刊, 年份.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hank-you Placeholder Carrier"/>
          <p:cNvSpPr txBox="1"/>
          <p:nvPr>
            <p:ph type="title" idx="1"/>
          </p:nvPr>
        </p:nvSpPr>
        <p:spPr>
          <a:xfrm>
            <a:off x="609600" y="2190750"/>
            <a:ext cx="109728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6" name="ending-subtitle Placeholder Carrier"/>
          <p:cNvSpPr txBox="1"/>
          <p:nvPr>
            <p:ph type="subTitle" idx="2"/>
          </p:nvPr>
        </p:nvSpPr>
        <p:spPr>
          <a:xfrm>
            <a:off x="762000" y="33337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&amp; Discussion</a:t>
            </a:r>
          </a:p>
        </p:txBody>
      </p:sp>
      <p:sp>
        <p:nvSpPr>
          <p:cNvPr id="7" name="contact-info Placeholder Carrier"/>
          <p:cNvSpPr txBox="1"/>
          <p:nvPr>
            <p:ph type="body" idx="3"/>
          </p:nvPr>
        </p:nvSpPr>
        <p:spPr>
          <a:xfrm>
            <a:off x="762000" y="46672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 marL="0" indent="0">
              <a:buNone/>
            </a:pPr>
            <a:r>
              <a:rPr lang="zh-CN" sz="1950" dirty="0">
                <a:solidFill>
                  <a:srgbClr val="004098"/>
                </a:solidFill>
                <a:latin typeface="Arial"/>
                <a:ea typeface="Microsoft YaHei"/>
                <a:cs typeface="Arial"/>
              </a:rPr>
              <a:t>汇报人 / 课题组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2026-10-30T10:13:48Z</dcterms:created>
  <dcterms:modified xsi:type="dcterms:W3CDTF">2026-10-30T10:13:48Z</dcterms:modified>
  <cp:category/>
  <cp:contentStatus/>
</cp:coreProperties>
</file>